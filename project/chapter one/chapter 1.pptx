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1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8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946AE-EDAE-4DFA-B040-E35E36FB70D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8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09" y="189635"/>
            <a:ext cx="10515600" cy="4014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   OF   SCIENCE    AND    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108" y="591127"/>
            <a:ext cx="10665691" cy="61052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COMMUNICATION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TELECOMMUNICATION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PULMONARY EDEMA IN CHEST X-RAY IMAGES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BONIFACE BEN SANKWA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22100934340091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NYATEGA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G-20221204-WA00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90" t="5461" r="1059" b="18885"/>
          <a:stretch/>
        </p:blipFill>
        <p:spPr bwMode="auto">
          <a:xfrm>
            <a:off x="3842074" y="753566"/>
            <a:ext cx="4611757" cy="19267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700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531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is caused by fluid accumulation in the lungs (Ware &amp; Matthay, 2005).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breathing and oxygen exchange.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commonly used for lung diagnosis (Wang et al., 2017).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challenging and error-prone (Brady, 2017).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offers automated and accurate detection.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skilled radiologists (Topol, 2019).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lack enough specialists.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looks similar to pneumonia (Rajpurkar et al., 2017).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may lead to delays and errors.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0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learning-based system for detecting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from chest X-ray images.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78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pulmonary edema features in X-ray images (Ware &amp; Matthay, 2005).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chest X-ray datasets (Wang et al., 2017).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 (Krizhevsky et al., 2012).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(Litjens et al., 2017).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interface.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9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accuracy (Esteva et al., 2019).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radiologists’ workload (Lakhani &amp; Sundaram, 2017).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early diagnosis (Topol, 2019).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hospitals with limited resources (WHO, 2020).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28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only on chest X-ray images.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CNN-based deep learning techniques.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supports doctors, not replaces them (Irvin et al., 2019).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6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Limitations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dataset quality and size (Shorten &amp; Khoshgoftaar, 2019).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computing resources (Goodfellow et al., 2016).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only with X-ray images.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2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Four: Results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Conclusion and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54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332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MBEYA UNIVERSITY    OF   SCIENCE    AND     TECHNOLOGY</vt:lpstr>
      <vt:lpstr>Background Information</vt:lpstr>
      <vt:lpstr>Problem Statement</vt:lpstr>
      <vt:lpstr>Main Objective</vt:lpstr>
      <vt:lpstr>Specific Objectives</vt:lpstr>
      <vt:lpstr>Significance of the Project</vt:lpstr>
      <vt:lpstr>Scope of the Project</vt:lpstr>
      <vt:lpstr>Project Limitations</vt:lpstr>
      <vt:lpstr>Project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PULMONARY EDEMA IN CHEST X-RAY IMAGES</dc:title>
  <dc:creator>sabo benson</dc:creator>
  <cp:lastModifiedBy>sabo benson</cp:lastModifiedBy>
  <cp:revision>13</cp:revision>
  <dcterms:created xsi:type="dcterms:W3CDTF">2026-01-27T12:18:14Z</dcterms:created>
  <dcterms:modified xsi:type="dcterms:W3CDTF">2026-01-28T10:07:59Z</dcterms:modified>
</cp:coreProperties>
</file>