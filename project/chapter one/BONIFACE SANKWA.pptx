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3"/>
  </p:notesMasterIdLst>
  <p:sldIdLst>
    <p:sldId id="267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1D1A-A6DD-4E1D-81ED-CA27A88F050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688E-05E2-4E47-B1FB-B91784BB4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DF2E-B2E7-42BB-BC2E-2A0E1A78B21F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2D06-6853-4C2C-8FDA-21404816D91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88AC-50BA-4CF3-9E12-3BA5EB9FBD18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C5F4-4345-4E5F-971B-A9E15A7805BA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7808-366F-42BD-A287-EC3B0A7882CC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504E-59BE-4E8D-9047-E8B3B46D5B18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EE05-C01B-490A-A7DF-F6BB06773C83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290A-DBCA-49E2-A879-99DDF2C389F7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3E94-697B-46CE-96D5-54C95E2218C5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C891-3D4E-4DD8-9A82-4C88AC62EEE6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A40E5-F74D-4049-9ACF-5F12A24CFB7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0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79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1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2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8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5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5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270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0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0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2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3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52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9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0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C806-5DC8-4050-813A-0DAC933544AD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5572" y="63797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1886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F58D-6C02-4108-B809-625C13EF429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95EA-C90E-43CC-8413-3975432A004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09" y="189635"/>
            <a:ext cx="10515600" cy="4014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   OF   SCIENCE    AND    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108" y="591127"/>
            <a:ext cx="10665691" cy="61052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COMMUNICATION</a:t>
            </a: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TELECOMMUNICATION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PULMONARY EDEMA IN CHEST X-RAY IMAGES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BONIFACE BEN SANKWA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22100934340091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Dr. NYATEGA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842074" y="753566"/>
            <a:ext cx="4611757" cy="19267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0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531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is caused by fluid accumulation in the lungs.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breathing and oxygen exchange.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commonly used for lung diagnosis.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challenging and error-prone.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automated and accurate detection.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skilled radiologists.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lack enough specialists.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looks similar to pneumonia.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lead to delays and errors.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learning-based system for detecting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from chest X-ray images.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8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9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radiologists’ workload.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early diagnosis.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hospitals with limited resources.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8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only on chest X-ray images.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CNN-based deep learning techniques.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supports doctors, not replaces them.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6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Limitations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dataset quality and size.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computing resources.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with X-ray images.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Four: Results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Conclusion and Recommendations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253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1_Custom Design</vt:lpstr>
      <vt:lpstr>Custom Design</vt:lpstr>
      <vt:lpstr>MBEYA UNIVERSITY    OF   SCIENCE    AND     TECHNOLOGY</vt:lpstr>
      <vt:lpstr>Background Information</vt:lpstr>
      <vt:lpstr>Problem Statement</vt:lpstr>
      <vt:lpstr>Main Objective</vt:lpstr>
      <vt:lpstr>Specific Objectives</vt:lpstr>
      <vt:lpstr>Significance of the Project</vt:lpstr>
      <vt:lpstr>Scope of the Project</vt:lpstr>
      <vt:lpstr>Project Limitations</vt:lpstr>
      <vt:lpstr>Project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16</cp:revision>
  <dcterms:created xsi:type="dcterms:W3CDTF">2026-01-27T12:18:14Z</dcterms:created>
  <dcterms:modified xsi:type="dcterms:W3CDTF">2026-02-01T08:48:49Z</dcterms:modified>
</cp:coreProperties>
</file>