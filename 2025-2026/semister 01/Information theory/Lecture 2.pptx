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INFORMATION AND ENTROPY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 is Information?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It is a measure that quantifies the </a:t>
            </a:r>
            <a:r>
              <a:rPr lang="en-GB" i="1" dirty="0" smtClean="0"/>
              <a:t>uncertainty of an event with given </a:t>
            </a:r>
            <a:r>
              <a:rPr lang="en-GB" dirty="0" smtClean="0"/>
              <a:t>probability - Shannon 1948.</a:t>
            </a:r>
          </a:p>
          <a:p>
            <a:r>
              <a:rPr lang="en-GB" dirty="0" smtClean="0"/>
              <a:t>For a discrete source with finite alphabet </a:t>
            </a:r>
            <a:r>
              <a:rPr lang="en-GB" i="1" dirty="0" smtClean="0"/>
              <a:t>X = {x0, x1, . . . , xm-1} </a:t>
            </a:r>
            <a:r>
              <a:rPr lang="en-GB" dirty="0" smtClean="0"/>
              <a:t>where the probability of each symbol is given by </a:t>
            </a:r>
            <a:r>
              <a:rPr lang="en-GB" i="1" dirty="0" smtClean="0"/>
              <a:t>P(X = </a:t>
            </a:r>
            <a:r>
              <a:rPr lang="en-GB" i="1" dirty="0" err="1" smtClean="0"/>
              <a:t>xk</a:t>
            </a:r>
            <a:r>
              <a:rPr lang="en-GB" i="1" dirty="0" smtClean="0"/>
              <a:t> ) = </a:t>
            </a:r>
            <a:r>
              <a:rPr lang="en-GB" i="1" dirty="0" err="1" smtClean="0"/>
              <a:t>pk</a:t>
            </a:r>
            <a:endParaRPr lang="en-GB" i="1" dirty="0" smtClean="0"/>
          </a:p>
          <a:p>
            <a:endParaRPr lang="en-GB" i="1" dirty="0" smtClean="0"/>
          </a:p>
          <a:p>
            <a:endParaRPr lang="en-GB" i="1" dirty="0" smtClean="0"/>
          </a:p>
          <a:p>
            <a:r>
              <a:rPr lang="en-GB" dirty="0" smtClean="0"/>
              <a:t>If logarithm is base 2, information is given in bits.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4191000"/>
            <a:ext cx="4095482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r>
              <a:rPr lang="en-GB" dirty="0" smtClean="0"/>
              <a:t>It represents the </a:t>
            </a:r>
            <a:r>
              <a:rPr lang="en-GB" i="1" dirty="0" smtClean="0"/>
              <a:t>surprise of seeing the outcome (a highly probable </a:t>
            </a:r>
            <a:r>
              <a:rPr lang="en-GB" dirty="0" smtClean="0"/>
              <a:t>outcome is not surprising).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09800"/>
            <a:ext cx="8397966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Entropy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Expected value of information from a source.</a:t>
            </a:r>
            <a:endParaRPr lang="en-GB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2895600"/>
            <a:ext cx="61722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Entropy of binary source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Let </a:t>
            </a:r>
            <a:r>
              <a:rPr lang="en-GB" i="1" dirty="0" smtClean="0"/>
              <a:t>X be a binary source with p0 and p1 being the probability of </a:t>
            </a:r>
            <a:r>
              <a:rPr lang="en-GB" dirty="0" smtClean="0"/>
              <a:t>symbols </a:t>
            </a:r>
            <a:r>
              <a:rPr lang="en-GB" i="1" dirty="0" smtClean="0"/>
              <a:t>x0 and x1 respectively.</a:t>
            </a:r>
            <a:endParaRPr lang="en-GB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3962400"/>
            <a:ext cx="65405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990600"/>
            <a:ext cx="6238875" cy="494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Joint Entropy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joint entropy of a pair of random variables </a:t>
            </a:r>
            <a:r>
              <a:rPr lang="en-GB" i="1" dirty="0" smtClean="0"/>
              <a:t>X and Y is given by:</a:t>
            </a:r>
            <a:endParaRPr lang="en-GB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3352800"/>
            <a:ext cx="6197991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Conditional Entropy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Average amount of information of a random variable given the </a:t>
            </a:r>
            <a:r>
              <a:rPr lang="en-GB" dirty="0" err="1" smtClean="0"/>
              <a:t>occurence</a:t>
            </a:r>
            <a:r>
              <a:rPr lang="en-GB" dirty="0" smtClean="0"/>
              <a:t> of other.</a:t>
            </a:r>
            <a:endParaRPr lang="en-GB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3124200"/>
            <a:ext cx="670439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Chain Rule of Entropy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entropy of a pair of random variables is equal to the entropy of one of them plus the conditional entropy.</a:t>
            </a:r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Corollary</a:t>
            </a:r>
            <a:endParaRPr lang="en-GB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3733800"/>
            <a:ext cx="4993821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33600" y="5638800"/>
            <a:ext cx="5184183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Chain Rule of Entropy: Generalization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62138" y="2886075"/>
            <a:ext cx="5419725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Relative Entropy: </a:t>
            </a:r>
            <a:r>
              <a:rPr lang="en-GB" dirty="0" err="1" smtClean="0"/>
              <a:t>Kullback-Leibler</a:t>
            </a:r>
            <a:r>
              <a:rPr lang="en-GB" dirty="0" smtClean="0"/>
              <a:t> Distance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Is a measure of the distance between two distributions.</a:t>
            </a:r>
          </a:p>
          <a:p>
            <a:r>
              <a:rPr lang="en-GB" dirty="0" smtClean="0"/>
              <a:t>The relative entropy between two probability density functions </a:t>
            </a:r>
            <a:r>
              <a:rPr lang="en-GB" i="1" dirty="0" err="1" smtClean="0"/>
              <a:t>pX</a:t>
            </a:r>
            <a:r>
              <a:rPr lang="en-GB" i="1" dirty="0" smtClean="0"/>
              <a:t> (x) </a:t>
            </a:r>
            <a:r>
              <a:rPr lang="en-GB" dirty="0" smtClean="0"/>
              <a:t>and </a:t>
            </a:r>
            <a:r>
              <a:rPr lang="en-GB" i="1" dirty="0" err="1" smtClean="0"/>
              <a:t>qX</a:t>
            </a:r>
            <a:r>
              <a:rPr lang="en-GB" i="1" dirty="0" smtClean="0"/>
              <a:t> (x) is defined as:</a:t>
            </a:r>
            <a:endParaRPr lang="en-GB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0" y="4267200"/>
            <a:ext cx="445770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5334000"/>
            <a:ext cx="6781800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Mutual Information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The mutual information of two random variables </a:t>
            </a:r>
            <a:r>
              <a:rPr lang="en-GB" i="1" dirty="0" smtClean="0"/>
              <a:t>X and Y is defined </a:t>
            </a:r>
            <a:r>
              <a:rPr lang="en-GB" dirty="0" smtClean="0"/>
              <a:t>as the relative entropy between the joint probability density </a:t>
            </a:r>
            <a:r>
              <a:rPr lang="en-GB" i="1" dirty="0" err="1" smtClean="0"/>
              <a:t>pXY</a:t>
            </a:r>
            <a:r>
              <a:rPr lang="en-GB" i="1" dirty="0" smtClean="0"/>
              <a:t> (x, y) </a:t>
            </a:r>
            <a:r>
              <a:rPr lang="en-GB" dirty="0" smtClean="0"/>
              <a:t>and the product of the </a:t>
            </a:r>
            <a:r>
              <a:rPr lang="en-GB" dirty="0" err="1" smtClean="0"/>
              <a:t>marginals</a:t>
            </a:r>
            <a:r>
              <a:rPr lang="en-GB" dirty="0" smtClean="0"/>
              <a:t> </a:t>
            </a:r>
            <a:r>
              <a:rPr lang="en-GB" i="1" dirty="0" err="1" smtClean="0"/>
              <a:t>pX</a:t>
            </a:r>
            <a:r>
              <a:rPr lang="en-GB" i="1" dirty="0" smtClean="0"/>
              <a:t> (x) and </a:t>
            </a:r>
            <a:r>
              <a:rPr lang="en-GB" i="1" dirty="0" err="1" smtClean="0"/>
              <a:t>pY</a:t>
            </a:r>
            <a:r>
              <a:rPr lang="en-GB" i="1" dirty="0" smtClean="0"/>
              <a:t> (y)</a:t>
            </a:r>
            <a:endParaRPr lang="en-GB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4495800"/>
            <a:ext cx="5715000" cy="1753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Mutual Information: Relations with Entropy</a:t>
            </a:r>
            <a:endParaRPr lang="en-GB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752600"/>
            <a:ext cx="8077200" cy="4357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Fano’s</a:t>
            </a:r>
            <a:r>
              <a:rPr lang="en-GB" dirty="0" smtClean="0"/>
              <a:t> Inequality</a:t>
            </a:r>
            <a:endParaRPr lang="en-GB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0159" y="2057400"/>
            <a:ext cx="8030441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Summary </a:t>
            </a:r>
            <a:endParaRPr lang="en-GB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295400"/>
            <a:ext cx="6934200" cy="5156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Cont...</a:t>
            </a:r>
            <a:endParaRPr lang="en-GB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990600"/>
            <a:ext cx="67056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GB" dirty="0" smtClean="0"/>
              <a:t> </a:t>
            </a:r>
          </a:p>
          <a:p>
            <a:pPr algn="ctr">
              <a:buNone/>
            </a:pPr>
            <a:endParaRPr lang="en-GB" dirty="0" smtClean="0"/>
          </a:p>
          <a:p>
            <a:pPr algn="ctr">
              <a:buNone/>
            </a:pPr>
            <a:endParaRPr lang="en-GB" dirty="0" smtClean="0"/>
          </a:p>
          <a:p>
            <a:pPr algn="ctr">
              <a:buNone/>
            </a:pPr>
            <a:r>
              <a:rPr lang="en-GB" dirty="0" smtClean="0"/>
              <a:t>END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528</TotalTime>
  <Words>282</Words>
  <Application>Microsoft Office PowerPoint</Application>
  <PresentationFormat>On-screen Show (4:3)</PresentationFormat>
  <Paragraphs>36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INFORMATION AND ENTROPY</vt:lpstr>
      <vt:lpstr>What is Information?</vt:lpstr>
      <vt:lpstr>Slide 3</vt:lpstr>
      <vt:lpstr>Entropy</vt:lpstr>
      <vt:lpstr>Entropy of binary source</vt:lpstr>
      <vt:lpstr>Slide 6</vt:lpstr>
      <vt:lpstr>Joint Entropy</vt:lpstr>
      <vt:lpstr>Conditional Entropy</vt:lpstr>
      <vt:lpstr>Chain Rule of Entropy</vt:lpstr>
      <vt:lpstr>Chain Rule of Entropy: Generalization</vt:lpstr>
      <vt:lpstr>Relative Entropy: Kullback-Leibler Distance</vt:lpstr>
      <vt:lpstr>Mutual Information</vt:lpstr>
      <vt:lpstr>Mutual Information: Relations with Entropy</vt:lpstr>
      <vt:lpstr>Fano’s Inequality</vt:lpstr>
      <vt:lpstr>Summary </vt:lpstr>
      <vt:lpstr>Cont...</vt:lpstr>
      <vt:lpstr>Slide 17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AND ENTROPY</dc:title>
  <dc:creator>user</dc:creator>
  <cp:lastModifiedBy>Windows User</cp:lastModifiedBy>
  <cp:revision>4</cp:revision>
  <dcterms:created xsi:type="dcterms:W3CDTF">2006-08-16T00:00:00Z</dcterms:created>
  <dcterms:modified xsi:type="dcterms:W3CDTF">2023-12-06T11:14:16Z</dcterms:modified>
</cp:coreProperties>
</file>