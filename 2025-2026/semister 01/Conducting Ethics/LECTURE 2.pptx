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T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>
        <p:scale>
          <a:sx n="58" d="100"/>
          <a:sy n="58" d="100"/>
        </p:scale>
        <p:origin x="1218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94548-53F3-E53F-76A8-F457B1ECC6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TZ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E31FFB-933A-BD1B-FE16-84F1F5DD95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T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B8073B-7658-7529-330A-12751697D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C561C-00AC-4A2C-9056-EA89ABAB437B}" type="datetimeFigureOut">
              <a:rPr lang="en-TZ" smtClean="0"/>
              <a:t>10/11/2024</a:t>
            </a:fld>
            <a:endParaRPr lang="en-T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E852FA-C257-1744-D24B-E408FBF16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46AB47-265A-F83D-7E31-0D66645CD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9F225-6DB2-4179-BAB4-246B63628F1C}" type="slidenum">
              <a:rPr lang="en-TZ" smtClean="0"/>
              <a:t>‹#›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14286254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0EA89-758C-8D1F-DC0D-B794C65E4D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DBBD0F-CBC5-6709-CCD0-290AEA730C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A506E4-CF7E-040A-873E-6A86D184FC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C561C-00AC-4A2C-9056-EA89ABAB437B}" type="datetimeFigureOut">
              <a:rPr lang="en-TZ" smtClean="0"/>
              <a:t>10/11/2024</a:t>
            </a:fld>
            <a:endParaRPr lang="en-T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78FE31-BED0-EE70-9C37-4EA31DB813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74A145-39CF-C8FA-4933-68ADCF467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9F225-6DB2-4179-BAB4-246B63628F1C}" type="slidenum">
              <a:rPr lang="en-TZ" smtClean="0"/>
              <a:t>‹#›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31837134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F1C5A-68B5-AEA4-0F0C-1FD877066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T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C62CB9-AB41-8D21-73A1-B4D7D87318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01E8BF-9033-E428-CFD2-54BCBFBC5A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C561C-00AC-4A2C-9056-EA89ABAB437B}" type="datetimeFigureOut">
              <a:rPr lang="en-TZ" smtClean="0"/>
              <a:t>10/11/2024</a:t>
            </a:fld>
            <a:endParaRPr lang="en-T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A29438-19B5-DF01-D93C-B07A5D44A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2E39F0-FB02-B709-9644-25594F4AE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9F225-6DB2-4179-BAB4-246B63628F1C}" type="slidenum">
              <a:rPr lang="en-TZ" smtClean="0"/>
              <a:t>‹#›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32229523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C6CA2-B7D2-E60C-527D-C47A4DC131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04F602-0F01-05AB-0AE6-58DF0B4C97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Z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F7FD0E-6EB6-DD6A-F4C8-74B4081816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Z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59163E-1C13-AD14-F26C-A3D3BC2CB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C561C-00AC-4A2C-9056-EA89ABAB437B}" type="datetimeFigureOut">
              <a:rPr lang="en-TZ" smtClean="0"/>
              <a:t>10/11/2024</a:t>
            </a:fld>
            <a:endParaRPr lang="en-T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3BB567-4DDC-A1D4-7121-2825A88F5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0244F5-C8C5-5057-5F81-A9240691A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9F225-6DB2-4179-BAB4-246B63628F1C}" type="slidenum">
              <a:rPr lang="en-TZ" smtClean="0"/>
              <a:t>‹#›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24255117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CAE0C-A4A1-8934-59CE-2A05800E0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T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0230DC-8FE2-F49F-2540-EF04900781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5DDDE0-88FE-B3B7-68FB-C766F70C75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F4742D9-11E8-7C8A-BE4A-8457B20CA0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20C2D7-0D71-5A71-0320-E2DDB1BE67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Z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6D6095-FB35-329D-BEEB-0B07FCC04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C561C-00AC-4A2C-9056-EA89ABAB437B}" type="datetimeFigureOut">
              <a:rPr lang="en-TZ" smtClean="0"/>
              <a:t>10/11/2024</a:t>
            </a:fld>
            <a:endParaRPr lang="en-TZ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68DFB6-3646-1F14-4442-5CBF7819E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Z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CB4EFFE-3FC7-26DC-5A1B-23FF83AF7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9F225-6DB2-4179-BAB4-246B63628F1C}" type="slidenum">
              <a:rPr lang="en-TZ" smtClean="0"/>
              <a:t>‹#›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20124500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DF57D-7F35-B6B7-EC4A-49FD8D068E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92ADD1-113B-ABAA-81F4-C7EC02879F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C561C-00AC-4A2C-9056-EA89ABAB437B}" type="datetimeFigureOut">
              <a:rPr lang="en-TZ" smtClean="0"/>
              <a:t>10/11/2024</a:t>
            </a:fld>
            <a:endParaRPr lang="en-TZ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895CD3-286C-030F-1B57-A47073254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8796E8-3740-0A85-1945-CDBBE76A4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9F225-6DB2-4179-BAB4-246B63628F1C}" type="slidenum">
              <a:rPr lang="en-TZ" smtClean="0"/>
              <a:t>‹#›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31981090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AB4EA5F-A7D1-EE0A-00E7-48C62E163F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C561C-00AC-4A2C-9056-EA89ABAB437B}" type="datetimeFigureOut">
              <a:rPr lang="en-TZ" smtClean="0"/>
              <a:t>10/11/2024</a:t>
            </a:fld>
            <a:endParaRPr lang="en-TZ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E59B27-3521-8BDE-38D5-3BE1F3EA13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Z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ECDB34-75BF-4494-0B98-53C8940EBC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9F225-6DB2-4179-BAB4-246B63628F1C}" type="slidenum">
              <a:rPr lang="en-TZ" smtClean="0"/>
              <a:t>‹#›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30832549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B8DC4D-9115-A7C3-7091-EF4998FFB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T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574B26-619C-75FD-AB91-39C72547F2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C96981-F13A-BE80-545E-0CF8ED9A1C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22F1A3-8DDA-F52C-C04F-4AB0DBB44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C561C-00AC-4A2C-9056-EA89ABAB437B}" type="datetimeFigureOut">
              <a:rPr lang="en-TZ" smtClean="0"/>
              <a:t>10/11/2024</a:t>
            </a:fld>
            <a:endParaRPr lang="en-T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45E0F8-E180-9A67-EAA8-AE91E8AC09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A504BE-A7ED-E947-77C3-B09E690F8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9F225-6DB2-4179-BAB4-246B63628F1C}" type="slidenum">
              <a:rPr lang="en-TZ" smtClean="0"/>
              <a:t>‹#›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15187337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9D3454-AEEF-C6CB-A6A8-D48FCEC65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TZ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2818BF-A751-EBF3-C1E8-CEDF3F276A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T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69DC13-7465-D345-710C-A534996684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F2BC1A-56F2-0190-2C64-31F7E1740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C561C-00AC-4A2C-9056-EA89ABAB437B}" type="datetimeFigureOut">
              <a:rPr lang="en-TZ" smtClean="0"/>
              <a:t>10/11/2024</a:t>
            </a:fld>
            <a:endParaRPr lang="en-T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CC30FD-9B56-4529-3781-81286E2D0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2A0D29-DE83-230E-F8DA-34DAE09B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9F225-6DB2-4179-BAB4-246B63628F1C}" type="slidenum">
              <a:rPr lang="en-TZ" smtClean="0"/>
              <a:t>‹#›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36242484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C6E3B-8671-D311-8264-668A1BB6C5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F01584-19CB-4FE6-CCA2-5E2D28CC9D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02CC85-918D-7B3D-190F-23A226E096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C561C-00AC-4A2C-9056-EA89ABAB437B}" type="datetimeFigureOut">
              <a:rPr lang="en-TZ" smtClean="0"/>
              <a:t>10/11/2024</a:t>
            </a:fld>
            <a:endParaRPr lang="en-T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59463-69C6-3F20-CDC5-972949187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B56883-1418-B612-3AE5-DF2E6DF9B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9F225-6DB2-4179-BAB4-246B63628F1C}" type="slidenum">
              <a:rPr lang="en-TZ" smtClean="0"/>
              <a:t>‹#›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3932819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A459444-2CEF-7773-2173-8654E76BB3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T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2A4A41-E418-B53C-8D02-C7F7D82904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5102E7-3657-AA69-064E-219FBDCF1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C561C-00AC-4A2C-9056-EA89ABAB437B}" type="datetimeFigureOut">
              <a:rPr lang="en-TZ" smtClean="0"/>
              <a:t>10/11/2024</a:t>
            </a:fld>
            <a:endParaRPr lang="en-T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A7DBF0-0C34-2E65-EF8E-14730CDC7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8DFCFB-C3E5-FE18-F454-8FD6B10EF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9F225-6DB2-4179-BAB4-246B63628F1C}" type="slidenum">
              <a:rPr lang="en-TZ" smtClean="0"/>
              <a:t>‹#›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25183386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9BB13BE-6672-8EAB-3974-52ACFAA90A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T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B8B4C3-3AEC-C5AE-0036-9D1BB2793A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8D5C97-5EAA-4FF8-6514-C43329E68D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BC561C-00AC-4A2C-9056-EA89ABAB437B}" type="datetimeFigureOut">
              <a:rPr lang="en-TZ" smtClean="0"/>
              <a:t>10/11/2024</a:t>
            </a:fld>
            <a:endParaRPr lang="en-T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ACEEC7-18B1-4954-6FFA-C47DC1B485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T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C47BC7-7AD9-5992-DC79-C3CE617AA9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19F225-6DB2-4179-BAB4-246B63628F1C}" type="slidenum">
              <a:rPr lang="en-TZ" smtClean="0"/>
              <a:t>‹#›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23902025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T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AE5D1-B86F-9AFF-FF09-DA6C1C8C05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86385"/>
            <a:ext cx="9144000" cy="913815"/>
          </a:xfrm>
        </p:spPr>
        <p:txBody>
          <a:bodyPr>
            <a:normAutofit fontScale="90000"/>
          </a:bodyPr>
          <a:lstStyle/>
          <a:p>
            <a:r>
              <a:rPr lang="en-GB" b="1" dirty="0"/>
              <a:t>Authoritarian Ethics</a:t>
            </a:r>
            <a:endParaRPr lang="en-TZ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035F9D-AB5E-48A0-7BA5-F60A971AF0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6462" y="1973178"/>
            <a:ext cx="12015537" cy="4684295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 Authoritarian ethics is a framework in which moral principles are determined and enforced by an authority figure or institution, such as a government, religious body, or leader.</a:t>
            </a:r>
          </a:p>
          <a:p>
            <a:pPr algn="l"/>
            <a:endParaRPr lang="en-US" dirty="0"/>
          </a:p>
          <a:p>
            <a:pPr algn="l"/>
            <a:r>
              <a:rPr lang="en-US" b="1" dirty="0"/>
              <a:t>Key Principles:</a:t>
            </a:r>
            <a:endParaRPr lang="en-US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Obedience to Authority: Ethical actions are those that align with rules or decrees issued by a recognized authority.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 Moral Clarity: Provides clear guidance on right and wrong based on laws, regulations, or traditions.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 Order and Stability: Emphasizes societal order, cohesion, and predictability.</a:t>
            </a:r>
            <a:endParaRPr lang="en-TZ" dirty="0"/>
          </a:p>
        </p:txBody>
      </p:sp>
    </p:spTree>
    <p:extLst>
      <p:ext uri="{BB962C8B-B14F-4D97-AF65-F5344CB8AC3E}">
        <p14:creationId xmlns:p14="http://schemas.microsoft.com/office/powerpoint/2010/main" val="38522414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94C1F8-6AB5-A8A4-DF98-153E360C09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421" y="240632"/>
            <a:ext cx="12031579" cy="6368715"/>
          </a:xfrm>
        </p:spPr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Examples:</a:t>
            </a:r>
          </a:p>
          <a:p>
            <a:r>
              <a:rPr lang="en-US" dirty="0"/>
              <a:t> Legal Systems: Laws set by governments to define acceptable behavior (e.g., criminal laws).</a:t>
            </a:r>
          </a:p>
          <a:p>
            <a:r>
              <a:rPr lang="en-US" dirty="0"/>
              <a:t>  Religious Guidelines: Codes of conduct derived from religious texts or leaders (e.g., the Ten Commandments).</a:t>
            </a:r>
          </a:p>
          <a:p>
            <a:r>
              <a:rPr lang="en-US" dirty="0"/>
              <a:t> Corporate Hierarchies: Company policies and ethical codes enforced by management.</a:t>
            </a:r>
            <a:endParaRPr lang="en-TZ" dirty="0"/>
          </a:p>
        </p:txBody>
      </p:sp>
    </p:spTree>
    <p:extLst>
      <p:ext uri="{BB962C8B-B14F-4D97-AF65-F5344CB8AC3E}">
        <p14:creationId xmlns:p14="http://schemas.microsoft.com/office/powerpoint/2010/main" val="37939716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824644-2E88-4E17-A152-7BC6F2053A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8758" y="385011"/>
            <a:ext cx="11614484" cy="6192252"/>
          </a:xfrm>
        </p:spPr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lang="en-US" b="1" dirty="0"/>
              <a:t>Pros and Cons:</a:t>
            </a:r>
          </a:p>
          <a:p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Pros:</a:t>
            </a:r>
          </a:p>
          <a:p>
            <a:r>
              <a:rPr lang="en-US" dirty="0"/>
              <a:t>        Provides clear, consistent guidelines.</a:t>
            </a:r>
          </a:p>
          <a:p>
            <a:r>
              <a:rPr lang="en-US" dirty="0"/>
              <a:t>        Reduces individual moral conflict by offering defined rules.</a:t>
            </a:r>
          </a:p>
          <a:p>
            <a:r>
              <a:rPr lang="en-US" dirty="0"/>
              <a:t>        Promotes social stability and cohesion.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  </a:t>
            </a:r>
            <a:r>
              <a:rPr lang="en-US" b="1" dirty="0"/>
              <a:t>Cons:</a:t>
            </a:r>
          </a:p>
          <a:p>
            <a:r>
              <a:rPr lang="en-US" dirty="0"/>
              <a:t>        Can discourage individual moral reasoning.</a:t>
            </a:r>
          </a:p>
          <a:p>
            <a:r>
              <a:rPr lang="en-US" dirty="0"/>
              <a:t>        May justify unethical behavior if authority is flawed.</a:t>
            </a:r>
          </a:p>
          <a:p>
            <a:r>
              <a:rPr lang="en-US" dirty="0"/>
              <a:t>        Limits personal autonomy and moral flexibility.</a:t>
            </a:r>
            <a:endParaRPr lang="en-TZ" dirty="0"/>
          </a:p>
        </p:txBody>
      </p:sp>
    </p:spTree>
    <p:extLst>
      <p:ext uri="{BB962C8B-B14F-4D97-AF65-F5344CB8AC3E}">
        <p14:creationId xmlns:p14="http://schemas.microsoft.com/office/powerpoint/2010/main" val="16355380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ABF2A-E03E-D131-376B-B4063AF45F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66369"/>
          </a:xfrm>
        </p:spPr>
        <p:txBody>
          <a:bodyPr/>
          <a:lstStyle/>
          <a:p>
            <a:r>
              <a:rPr lang="en-GB" b="1" dirty="0"/>
              <a:t>Intuitionism</a:t>
            </a:r>
            <a:endParaRPr lang="en-TZ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CDF827-88BD-EE5A-E2CB-380470777C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2926" y="1331494"/>
            <a:ext cx="11502190" cy="5309938"/>
          </a:xfrm>
        </p:spPr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Intuitionism is an ethical approach that suggests people have an innate sense of morality, allowing them to discern right from wrong without external rules or detailed reasoning.</a:t>
            </a:r>
          </a:p>
          <a:p>
            <a:pPr marL="0" indent="0">
              <a:buNone/>
            </a:pPr>
            <a:endParaRPr lang="en-US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b="1" dirty="0"/>
              <a:t>Key Principles:</a:t>
            </a:r>
            <a:endParaRPr lang="en-US" dirty="0"/>
          </a:p>
          <a:p>
            <a:r>
              <a:rPr lang="en-US" dirty="0"/>
              <a:t>  Moral Intuition: Individuals are believed to have inherent moral knowledge or instincts.</a:t>
            </a:r>
          </a:p>
          <a:p>
            <a:r>
              <a:rPr lang="en-US" dirty="0"/>
              <a:t>  Self-Evident Truths: Certain actions are seen as “obviously” right or wrong (e.g., kindness is good, cruelty is bad).</a:t>
            </a:r>
          </a:p>
          <a:p>
            <a:r>
              <a:rPr lang="en-US" dirty="0"/>
              <a:t>  Subjectivity and Personal Judgment: Relies on personal judgment, which may vary between individuals.</a:t>
            </a:r>
            <a:endParaRPr lang="en-TZ" dirty="0"/>
          </a:p>
        </p:txBody>
      </p:sp>
    </p:spTree>
    <p:extLst>
      <p:ext uri="{BB962C8B-B14F-4D97-AF65-F5344CB8AC3E}">
        <p14:creationId xmlns:p14="http://schemas.microsoft.com/office/powerpoint/2010/main" val="30010750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A3A1DB-D9B7-3C64-3A26-6CEE3FE96D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011" y="240632"/>
            <a:ext cx="11662610" cy="6481010"/>
          </a:xfrm>
        </p:spPr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lang="en-US" sz="4000" dirty="0"/>
              <a:t>Examples:</a:t>
            </a:r>
          </a:p>
          <a:p>
            <a:r>
              <a:rPr lang="en-US" sz="4000" dirty="0"/>
              <a:t>Everyday Ethical Judgments: Feeling that something is “just wrong,” like witnessing unfair treatment.</a:t>
            </a:r>
          </a:p>
          <a:p>
            <a:r>
              <a:rPr lang="en-US" sz="4000" dirty="0"/>
              <a:t>Moral Reflexes: Common responses to actions seen as universally right or wrong (e.g., helping someone in distress).</a:t>
            </a:r>
          </a:p>
          <a:p>
            <a:r>
              <a:rPr lang="en-US" sz="4000" dirty="0"/>
              <a:t>Influence of Cultural and Social Context: Intuitions can be shaped by one’s upbringing and culture.</a:t>
            </a:r>
            <a:endParaRPr lang="en-TZ" sz="4000" dirty="0"/>
          </a:p>
        </p:txBody>
      </p:sp>
    </p:spTree>
    <p:extLst>
      <p:ext uri="{BB962C8B-B14F-4D97-AF65-F5344CB8AC3E}">
        <p14:creationId xmlns:p14="http://schemas.microsoft.com/office/powerpoint/2010/main" val="34223528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A245C9-10D6-9367-CDD1-0AB0105DFC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8759" y="352926"/>
            <a:ext cx="11710736" cy="6208295"/>
          </a:xfrm>
        </p:spPr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lang="en-US" b="1" dirty="0"/>
              <a:t>Pros and Cons:</a:t>
            </a:r>
          </a:p>
          <a:p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   </a:t>
            </a:r>
            <a:r>
              <a:rPr lang="en-US" b="1" dirty="0"/>
              <a:t>Pros:</a:t>
            </a:r>
          </a:p>
          <a:p>
            <a:r>
              <a:rPr lang="en-US" dirty="0"/>
              <a:t>        Allows for moral flexibility and responsiveness.</a:t>
            </a:r>
          </a:p>
          <a:p>
            <a:r>
              <a:rPr lang="en-US" dirty="0"/>
              <a:t>        Empowers individuals to act on personal convictions.</a:t>
            </a:r>
          </a:p>
          <a:p>
            <a:r>
              <a:rPr lang="en-US" dirty="0"/>
              <a:t>        Can adapt to nuanced, context-dependent situations.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   </a:t>
            </a:r>
            <a:r>
              <a:rPr lang="en-US" b="1" dirty="0"/>
              <a:t>Cons:</a:t>
            </a:r>
          </a:p>
          <a:p>
            <a:r>
              <a:rPr lang="en-US" dirty="0"/>
              <a:t>        Highly subjective; intuitions can conflict between people.</a:t>
            </a:r>
          </a:p>
          <a:p>
            <a:r>
              <a:rPr lang="en-US" dirty="0"/>
              <a:t>        Not always reliable or rational (biases and emotions can distort intuition).</a:t>
            </a:r>
          </a:p>
          <a:p>
            <a:r>
              <a:rPr lang="en-US" dirty="0"/>
              <a:t>        Lacks a consistent framework for ethical decision-making.</a:t>
            </a:r>
            <a:endParaRPr lang="en-TZ" dirty="0"/>
          </a:p>
        </p:txBody>
      </p:sp>
    </p:spTree>
    <p:extLst>
      <p:ext uri="{BB962C8B-B14F-4D97-AF65-F5344CB8AC3E}">
        <p14:creationId xmlns:p14="http://schemas.microsoft.com/office/powerpoint/2010/main" val="24122481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CA5582-8849-DB2F-F426-3CC4A9E7B2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Comparing Authoritarianism and Intuitionism</a:t>
            </a:r>
            <a:endParaRPr lang="en-T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B80EAC-9BE4-57F3-C8C9-238B97B07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8758" y="1459832"/>
            <a:ext cx="11582400" cy="5033043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b="1" dirty="0"/>
              <a:t>Key Differences:</a:t>
            </a: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   </a:t>
            </a:r>
            <a:r>
              <a:rPr lang="en-US" b="1" dirty="0"/>
              <a:t>Source of Morality:</a:t>
            </a:r>
          </a:p>
          <a:p>
            <a:r>
              <a:rPr lang="en-US" dirty="0"/>
              <a:t>        Authoritarianism: Morality is determined by an external authority.</a:t>
            </a:r>
          </a:p>
          <a:p>
            <a:r>
              <a:rPr lang="en-US" dirty="0"/>
              <a:t>        Intuitionism: Morality is determined by individual intuition.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    Guidance for Actions:</a:t>
            </a:r>
          </a:p>
          <a:p>
            <a:r>
              <a:rPr lang="en-US" dirty="0"/>
              <a:t>        Authoritarianism: Clear rules and guidelines from an authority figure.</a:t>
            </a:r>
          </a:p>
          <a:p>
            <a:r>
              <a:rPr lang="en-US" dirty="0"/>
              <a:t>        Intuitionism: Personal judgment and sense of what feels right.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    Consistency:</a:t>
            </a:r>
          </a:p>
          <a:p>
            <a:r>
              <a:rPr lang="en-US" dirty="0"/>
              <a:t>        Authoritarianism: High consistency, but may lack flexibility.</a:t>
            </a:r>
          </a:p>
          <a:p>
            <a:r>
              <a:rPr lang="en-US" dirty="0"/>
              <a:t>        Intuitionism: Flexible, but varies widely among individuals</a:t>
            </a:r>
            <a:endParaRPr lang="en-TZ" dirty="0"/>
          </a:p>
        </p:txBody>
      </p:sp>
    </p:spTree>
    <p:extLst>
      <p:ext uri="{BB962C8B-B14F-4D97-AF65-F5344CB8AC3E}">
        <p14:creationId xmlns:p14="http://schemas.microsoft.com/office/powerpoint/2010/main" val="32205592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5D0C33-9954-9E61-7863-8E5EBCF840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6884" y="561474"/>
            <a:ext cx="11566358" cy="5999747"/>
          </a:xfrm>
        </p:spPr>
        <p:txBody>
          <a:bodyPr>
            <a:normAutofit fontScale="850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Use Cases:</a:t>
            </a:r>
          </a:p>
          <a:p>
            <a:pPr marL="0" indent="0">
              <a:buNone/>
            </a:pPr>
            <a:endParaRPr lang="en-US" b="1" dirty="0"/>
          </a:p>
          <a:p>
            <a:r>
              <a:rPr lang="en-US" dirty="0"/>
              <a:t> Authoritarianism: Useful in large organizations, government settings, religious contexts.</a:t>
            </a:r>
          </a:p>
          <a:p>
            <a:r>
              <a:rPr lang="en-US" dirty="0"/>
              <a:t> Intuitionism: Relevant in personal decisions, moral dilemmas with no clear authority, and cross-cultural contexts.</a:t>
            </a:r>
          </a:p>
          <a:p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Strengths:</a:t>
            </a:r>
          </a:p>
          <a:p>
            <a:endParaRPr lang="en-US" dirty="0"/>
          </a:p>
          <a:p>
            <a:r>
              <a:rPr lang="en-US" dirty="0"/>
              <a:t> Authoritarianism: Provides societal order, stability, and consistency.</a:t>
            </a:r>
          </a:p>
          <a:p>
            <a:r>
              <a:rPr lang="en-US" dirty="0"/>
              <a:t> Intuitionism: Encourages personal integrity and adaptability.</a:t>
            </a:r>
          </a:p>
          <a:p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Weaknesses:</a:t>
            </a:r>
          </a:p>
          <a:p>
            <a:endParaRPr lang="en-US" dirty="0"/>
          </a:p>
          <a:p>
            <a:r>
              <a:rPr lang="en-US" dirty="0"/>
              <a:t>    Authoritarianism: Can be rigid, suppresses personal moral reasoning.</a:t>
            </a:r>
          </a:p>
          <a:p>
            <a:r>
              <a:rPr lang="en-US" dirty="0"/>
              <a:t>    Intuitionism: Risk of inconsistency and subjectivity, hard to resolve conflicts.</a:t>
            </a:r>
            <a:endParaRPr lang="en-TZ" dirty="0"/>
          </a:p>
        </p:txBody>
      </p:sp>
    </p:spTree>
    <p:extLst>
      <p:ext uri="{BB962C8B-B14F-4D97-AF65-F5344CB8AC3E}">
        <p14:creationId xmlns:p14="http://schemas.microsoft.com/office/powerpoint/2010/main" val="20629588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9E95E-238C-C5CE-7819-FB06C01823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053" y="232611"/>
            <a:ext cx="11389894" cy="858252"/>
          </a:xfrm>
        </p:spPr>
        <p:txBody>
          <a:bodyPr>
            <a:normAutofit/>
          </a:bodyPr>
          <a:lstStyle/>
          <a:p>
            <a:r>
              <a:rPr lang="en-GB" b="1" dirty="0"/>
              <a:t>Questions and Discussions</a:t>
            </a:r>
            <a:endParaRPr lang="en-TZ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9EC7DA-CEE4-FE8A-F9C5-921D7311F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6674" y="1427747"/>
            <a:ext cx="11646568" cy="5197642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 When might authoritarian ethics provide clarity in decision-making?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Discussion Points:</a:t>
            </a:r>
          </a:p>
          <a:p>
            <a:r>
              <a:rPr lang="en-US" dirty="0"/>
              <a:t> Examples of situations where strict rules prevent ambiguity (e.g., following laws to prevent harm).</a:t>
            </a:r>
          </a:p>
          <a:p>
            <a:r>
              <a:rPr lang="en-US" dirty="0"/>
              <a:t> How authoritarian ethics can help enforce uniform behavior, especially in large organizations.</a:t>
            </a:r>
          </a:p>
        </p:txBody>
      </p:sp>
    </p:spTree>
    <p:extLst>
      <p:ext uri="{BB962C8B-B14F-4D97-AF65-F5344CB8AC3E}">
        <p14:creationId xmlns:p14="http://schemas.microsoft.com/office/powerpoint/2010/main" val="11283333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C80AC4-127D-3658-AFA9-D438036C9A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53143"/>
            <a:ext cx="10515600" cy="552382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2. What are the limits of using intuition as a guide for ethical decisions?</a:t>
            </a:r>
          </a:p>
          <a:p>
            <a:pPr marL="0" indent="0">
              <a:buNone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Discussion Points:</a:t>
            </a:r>
          </a:p>
          <a:p>
            <a:r>
              <a:rPr lang="en-US" dirty="0"/>
              <a:t> How personal biases and emotions can skew intuition.</a:t>
            </a:r>
          </a:p>
          <a:p>
            <a:r>
              <a:rPr lang="en-US" dirty="0"/>
              <a:t> Why different people might have conflicting intuitions and the challenges this creates for consensus.</a:t>
            </a:r>
            <a:endParaRPr lang="en-TZ" dirty="0"/>
          </a:p>
        </p:txBody>
      </p:sp>
    </p:spTree>
    <p:extLst>
      <p:ext uri="{BB962C8B-B14F-4D97-AF65-F5344CB8AC3E}">
        <p14:creationId xmlns:p14="http://schemas.microsoft.com/office/powerpoint/2010/main" val="22619892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A2BA89-5E23-FC3F-5657-B889D0CF79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599" y="326571"/>
            <a:ext cx="11756571" cy="5850392"/>
          </a:xfrm>
        </p:spPr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lang="en-GB" dirty="0"/>
              <a:t>Ethical Dilemma Case Studies</a:t>
            </a:r>
          </a:p>
          <a:p>
            <a:pPr marL="0" indent="0">
              <a:buNone/>
            </a:pPr>
            <a:r>
              <a:rPr lang="en-US" dirty="0"/>
              <a:t>Scenario 1: A nurse faces a hospital rule against disclosing patient information but has an intuitive belief the patient’s family should know a serious diagnosis.</a:t>
            </a:r>
          </a:p>
          <a:p>
            <a:pPr marL="0" indent="0">
              <a:buNone/>
            </a:pPr>
            <a:r>
              <a:rPr lang="en-US" dirty="0"/>
              <a:t>Scenario 2: A corporate employee discovers confidential information about layoffs. Should they follow intuition and warn coworkers or obey the company’s confidentiality policy?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TZ" dirty="0"/>
          </a:p>
        </p:txBody>
      </p:sp>
    </p:spTree>
    <p:extLst>
      <p:ext uri="{BB962C8B-B14F-4D97-AF65-F5344CB8AC3E}">
        <p14:creationId xmlns:p14="http://schemas.microsoft.com/office/powerpoint/2010/main" val="25210834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F947F1-1B8D-4232-F9AF-849A9B7B5C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9258" y="615142"/>
            <a:ext cx="11538066" cy="5835534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SUMMARY</a:t>
            </a:r>
          </a:p>
          <a:p>
            <a:pPr marL="0" indent="0">
              <a:buNone/>
            </a:pPr>
            <a:r>
              <a:rPr lang="en-US" dirty="0"/>
              <a:t>The core concepts and distinctions between authoritarianism and intuitionism summarized.</a:t>
            </a:r>
          </a:p>
          <a:p>
            <a:pPr marL="0" indent="0">
              <a:buNone/>
            </a:pPr>
            <a:r>
              <a:rPr lang="en-US" dirty="0"/>
              <a:t>Assignment: </a:t>
            </a:r>
          </a:p>
          <a:p>
            <a:pPr marL="0" indent="0">
              <a:buNone/>
            </a:pPr>
            <a:r>
              <a:rPr lang="en-US" dirty="0"/>
              <a:t>Write a brief reflection on when you might rely on an authoritarian approach versus an intuitionist approach in your future profession, noting any specific scenarios or contexts where one might be preferable.</a:t>
            </a:r>
            <a:endParaRPr lang="en-TZ" dirty="0"/>
          </a:p>
        </p:txBody>
      </p:sp>
    </p:spTree>
    <p:extLst>
      <p:ext uri="{BB962C8B-B14F-4D97-AF65-F5344CB8AC3E}">
        <p14:creationId xmlns:p14="http://schemas.microsoft.com/office/powerpoint/2010/main" val="8666201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666</TotalTime>
  <Words>802</Words>
  <Application>Microsoft Office PowerPoint</Application>
  <PresentationFormat>Widescreen</PresentationFormat>
  <Paragraphs>84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Wingdings</vt:lpstr>
      <vt:lpstr>Office Theme</vt:lpstr>
      <vt:lpstr>Authoritarian Ethics</vt:lpstr>
      <vt:lpstr>PowerPoint Presentation</vt:lpstr>
      <vt:lpstr>PowerPoint Presentation</vt:lpstr>
      <vt:lpstr>Intuitionism</vt:lpstr>
      <vt:lpstr>PowerPoint Presentation</vt:lpstr>
      <vt:lpstr>PowerPoint Presentation</vt:lpstr>
      <vt:lpstr>Comparing Authoritarianism and Intuitionism</vt:lpstr>
      <vt:lpstr>PowerPoint Presentation</vt:lpstr>
      <vt:lpstr>Questions and Discussions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DR.MRINDOKO</dc:creator>
  <cp:lastModifiedBy>DR.MRINDOKO</cp:lastModifiedBy>
  <cp:revision>10</cp:revision>
  <dcterms:created xsi:type="dcterms:W3CDTF">2024-11-10T07:58:18Z</dcterms:created>
  <dcterms:modified xsi:type="dcterms:W3CDTF">2024-11-10T19:05:15Z</dcterms:modified>
</cp:coreProperties>
</file>