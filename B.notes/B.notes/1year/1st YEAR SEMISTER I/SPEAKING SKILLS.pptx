
<file path=[Content_Types].xml><?xml version="1.0" encoding="utf-8"?>
<Types xmlns="http://schemas.openxmlformats.org/package/2006/content-types">
  <Default Extension="png" ContentType="image/png"/>
  <Default Extension="jpeg" ContentType="image/jpeg"/>
  <Default Extension="m4a" ContentType="audio/mp4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94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3720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3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4880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40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5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8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8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2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15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4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50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4B54902-B231-4589-B9DE-C412F8E6F33B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6819B3E-2CAB-4DCD-A86C-CAB1441536D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91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6EC6-3CDA-4472-BA60-D78DAF4B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284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1</a:t>
            </a:r>
            <a:r>
              <a:rPr lang="en-US" sz="2800" b="1" dirty="0" smtClean="0"/>
              <a:t>. </a:t>
            </a:r>
            <a:r>
              <a:rPr lang="en-US" sz="3200" b="1" dirty="0"/>
              <a:t>SPEAKING SKILLS</a:t>
            </a:r>
            <a:r>
              <a:rPr lang="en-US" sz="2800" b="1" dirty="0"/>
              <a:t>: ORAL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7477E-5EA3-4D98-BD44-99E14469F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10"/>
            <a:ext cx="10515600" cy="52095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is speaking?</a:t>
            </a:r>
          </a:p>
          <a:p>
            <a:pPr marL="0" indent="0" algn="just">
              <a:buNone/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Speaking is the production of systematically connected sounds in order to communicate certain message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sounds may be words, phrases, clauses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sentences or any other spoken units that carry meaning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Benefit of Speaking</a:t>
            </a:r>
          </a:p>
          <a:p>
            <a:pPr marL="857250" marR="0" lvl="0" indent="-85725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romanL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It is a means of communication</a:t>
            </a:r>
          </a:p>
          <a:p>
            <a:pPr marL="857250" marR="0" lvl="0" indent="-85725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romanL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It enables self expression.</a:t>
            </a:r>
          </a:p>
          <a:p>
            <a:pPr marL="857250" marR="0" lvl="0" indent="-85725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romanL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It improves confidence in the speaker.</a:t>
            </a:r>
          </a:p>
          <a:p>
            <a:pPr marL="857250" marR="0" lvl="0" indent="-85725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+mj-lt"/>
              <a:buAutoNum type="romanLcPeriod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It enables the listener identify the mood of the speaker.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b="1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19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14"/>
    </mc:Choice>
    <mc:Fallback>
      <p:transition spd="slow" advTm="96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971F-0EA5-406F-BCF8-E8A42ED0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just"/>
            <a:r>
              <a:rPr lang="en-US" sz="32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Speaking and Non Verbal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A48AE-7614-4642-BB55-5BF945059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Speaking is usually accompanied by non-verbal signals. 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 example, 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you say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yes,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you also nod your head up and down. 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When you say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no,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you twist your head round. 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you are angry, you form wrinkles on the face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When you say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 love you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you also smile,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44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C614-9033-48C9-A94E-52B11F33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</p:spPr>
        <p:txBody>
          <a:bodyPr>
            <a:normAutofit/>
          </a:bodyPr>
          <a:lstStyle/>
          <a:p>
            <a:r>
              <a:rPr lang="en-US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The Art of Public Speaking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E3711-7905-4829-8C14-C7DF3DB2B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0660"/>
            <a:ext cx="10515600" cy="5406887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In daily life, especially in academics, there is no way you can escape public speaking regardless of your profession</a:t>
            </a:r>
          </a:p>
          <a:p>
            <a:pPr algn="just"/>
            <a:r>
              <a:rPr lang="en-US" sz="2800" dirty="0"/>
              <a:t>As the word </a:t>
            </a:r>
            <a:r>
              <a:rPr lang="en-US" sz="2800" i="1" dirty="0"/>
              <a:t>Public</a:t>
            </a:r>
            <a:r>
              <a:rPr lang="en-US" sz="2800" dirty="0"/>
              <a:t> denotes, public speaking brings into our mind presence of some people sitting in a formal setting like an auditorium, lecture theatre, parliamentary sessions, symposium, </a:t>
            </a:r>
            <a:r>
              <a:rPr lang="en-US" sz="2800" dirty="0" smtClean="0"/>
              <a:t>seminar room, </a:t>
            </a:r>
            <a:r>
              <a:rPr lang="en-US" sz="2800" dirty="0"/>
              <a:t>conference hall etc. looking at and listening to someone speaking</a:t>
            </a:r>
          </a:p>
          <a:p>
            <a:pPr algn="just"/>
            <a:r>
              <a:rPr lang="en-US" sz="2800" dirty="0"/>
              <a:t>A speaker delivers a message to a large group of people usually in a one-way monologue style with minimal feedback</a:t>
            </a:r>
          </a:p>
          <a:p>
            <a:pPr algn="just"/>
            <a:r>
              <a:rPr lang="en-US" sz="2800" dirty="0"/>
              <a:t>Sometimes visual aids are used </a:t>
            </a:r>
            <a:r>
              <a:rPr lang="en-US" sz="2800" dirty="0" smtClean="0"/>
              <a:t>to reinforce smooth delivery of the message  </a:t>
            </a:r>
            <a:r>
              <a:rPr lang="en-US" sz="2800" dirty="0"/>
              <a:t>by the speaker</a:t>
            </a:r>
          </a:p>
          <a:p>
            <a:pPr algn="just"/>
            <a:r>
              <a:rPr lang="en-US" sz="2800" dirty="0" smtClean="0"/>
              <a:t>Example of visual aids: </a:t>
            </a:r>
            <a:r>
              <a:rPr lang="en-US" sz="2800" dirty="0"/>
              <a:t>projector, posters, flip chart, video tapes, whiteboard, photographs, drawings etc.</a:t>
            </a:r>
          </a:p>
        </p:txBody>
      </p:sp>
    </p:spTree>
    <p:extLst>
      <p:ext uri="{BB962C8B-B14F-4D97-AF65-F5344CB8AC3E}">
        <p14:creationId xmlns:p14="http://schemas.microsoft.com/office/powerpoint/2010/main" val="160813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AA51-DF5D-4FB3-A651-D7C2A2ED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rmAutofit/>
          </a:bodyPr>
          <a:lstStyle/>
          <a:p>
            <a:pPr algn="just"/>
            <a:r>
              <a:rPr lang="en-US" sz="32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The Misconceptions about Public Speaking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72EE-7C22-4F36-A694-1DE3F9FB6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4156"/>
            <a:ext cx="10515600" cy="5538717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There are several misconceptions about public speaking:</a:t>
            </a:r>
          </a:p>
          <a:p>
            <a:pPr marL="0" indent="0" algn="just">
              <a:buNone/>
            </a:pPr>
            <a:r>
              <a:rPr lang="en-US" sz="2800" dirty="0" smtClean="0"/>
              <a:t>(i) </a:t>
            </a:r>
            <a:r>
              <a:rPr lang="en-US" sz="2800" dirty="0"/>
              <a:t>Public speaking is a purely inborn skill</a:t>
            </a:r>
          </a:p>
          <a:p>
            <a:pPr marL="0" indent="0" algn="just">
              <a:buNone/>
            </a:pPr>
            <a:r>
              <a:rPr lang="en-US" sz="2800" dirty="0" smtClean="0"/>
              <a:t>   There </a:t>
            </a:r>
            <a:r>
              <a:rPr lang="en-US" sz="2800" dirty="0"/>
              <a:t>are people with natural ability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There are skills that are taught and learnt to improve P.S</a:t>
            </a:r>
          </a:p>
          <a:p>
            <a:pPr marL="0" indent="0" algn="just">
              <a:buNone/>
            </a:pPr>
            <a:r>
              <a:rPr lang="en-US" sz="2800" dirty="0" smtClean="0"/>
              <a:t>(ii) </a:t>
            </a:r>
            <a:r>
              <a:rPr lang="en-US" sz="2800" dirty="0"/>
              <a:t>Struggle for perfection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No mortal is perfect under the sun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Be natural and never force to imitate</a:t>
            </a:r>
          </a:p>
          <a:p>
            <a:pPr marL="0" indent="0" algn="just">
              <a:buNone/>
            </a:pPr>
            <a:r>
              <a:rPr lang="en-US" sz="2800" dirty="0" smtClean="0"/>
              <a:t>(iii) </a:t>
            </a:r>
            <a:r>
              <a:rPr lang="en-US" sz="2800" dirty="0"/>
              <a:t>Poor language background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Learn daily especially when you present in a foreign language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Try your best to master your mother </a:t>
            </a:r>
            <a:r>
              <a:rPr lang="en-US" sz="2800" dirty="0" smtClean="0"/>
              <a:t>tongue/national </a:t>
            </a:r>
            <a:r>
              <a:rPr lang="en-US" sz="2800" dirty="0" smtClean="0"/>
              <a:t>language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0964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BA22-64F3-4EEF-B886-D0918A6F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9761"/>
          </a:xfrm>
        </p:spPr>
        <p:txBody>
          <a:bodyPr>
            <a:normAutofit/>
          </a:bodyPr>
          <a:lstStyle/>
          <a:p>
            <a:pPr algn="just"/>
            <a:r>
              <a:rPr lang="en-US" sz="28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Essentials of Public Speaking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C6D32-5F74-499B-9C65-80DC38DE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4887"/>
            <a:ext cx="10515600" cy="565798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/>
              <a:t>The whole of public speaking is completed in three stages, each with its essentials</a:t>
            </a:r>
          </a:p>
          <a:p>
            <a:pPr marL="514350" indent="-514350" algn="just">
              <a:buAutoNum type="alphaLcParenBoth"/>
            </a:pPr>
            <a:r>
              <a:rPr lang="en-US" sz="2800" dirty="0"/>
              <a:t>Pre-Presentation Stage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Choose the topic or sometimes will be provided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Know/identify the purpose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Study and analyse the audience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Know the occasion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Preparing the materials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Rehearsing the presentation (rate of speaking, articulation etc.)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Planning for appearance (attire, hair style, make up etc.)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Writing down the presentation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19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C412-A61D-40A0-B43F-1DFEF6A1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(</a:t>
            </a:r>
            <a:r>
              <a:rPr lang="en-US" sz="2800" cap="none" dirty="0" smtClean="0"/>
              <a:t>b</a:t>
            </a:r>
            <a:r>
              <a:rPr lang="en-US" sz="2800" dirty="0" smtClean="0"/>
              <a:t>) </a:t>
            </a:r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Presentation Stage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5A3CD-E9DB-4EC6-8293-DF6D2200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392"/>
            <a:ext cx="10515600" cy="531557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Introduce your speech courteously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Maintain conversational quality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Control your body </a:t>
            </a:r>
            <a:r>
              <a:rPr lang="en-US" sz="2800" dirty="0" smtClean="0"/>
              <a:t>behaviour (mannerism)</a:t>
            </a:r>
            <a:endParaRPr lang="en-US" sz="28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Pronounce the words clearly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Use correct grammar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Use materials (aids) appropriately</a:t>
            </a:r>
          </a:p>
        </p:txBody>
      </p:sp>
    </p:spTree>
    <p:extLst>
      <p:ext uri="{BB962C8B-B14F-4D97-AF65-F5344CB8AC3E}">
        <p14:creationId xmlns:p14="http://schemas.microsoft.com/office/powerpoint/2010/main" val="13470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227BC-7E02-407E-9E0C-2500608F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(</a:t>
            </a:r>
            <a:r>
              <a:rPr lang="en-US" sz="2800" cap="none" dirty="0" smtClean="0"/>
              <a:t>c</a:t>
            </a:r>
            <a:r>
              <a:rPr lang="en-US" sz="2800" dirty="0" smtClean="0"/>
              <a:t>) </a:t>
            </a:r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Post-presentation Stage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5D3C0-A666-46F8-9CF4-399BB01F6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5"/>
            <a:ext cx="10515600" cy="516979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Marks the end of the presentation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Signal departure when approaching the end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Use such structures as; finally, lastly, to wind up my       presentation etc.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These indicate that you have finished the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points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the audience for listening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13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6AAE-1B8C-4FCE-ADB6-A11F347F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pPr algn="just"/>
            <a:r>
              <a:rPr lang="en-US" sz="32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Parts of a 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9D3B3-E4AA-4DD5-B7C0-367AEBD84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4888"/>
            <a:ext cx="10515600" cy="5342075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Every well prepared speech has three major divisions:</a:t>
            </a:r>
          </a:p>
          <a:p>
            <a:pPr marL="457200" lvl="1" indent="0" algn="just">
              <a:buNone/>
            </a:pPr>
            <a:r>
              <a:rPr lang="en-US" sz="2800" b="1" dirty="0"/>
              <a:t>a) Speech Introduction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This sets a roadmap of your speech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It serves as an overview of the speech</a:t>
            </a:r>
          </a:p>
          <a:p>
            <a:pPr marL="0" indent="0" algn="just">
              <a:buNone/>
            </a:pPr>
            <a:r>
              <a:rPr lang="en-US" sz="2800" i="1" dirty="0"/>
              <a:t>Functions: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Gain and maintain audience attention </a:t>
            </a:r>
            <a:r>
              <a:rPr lang="en-US" sz="2800" dirty="0" err="1"/>
              <a:t>ie</a:t>
            </a:r>
            <a:r>
              <a:rPr lang="en-US" sz="2800" dirty="0"/>
              <a:t>. gives the audience reason to listen to you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Arouse audience interest </a:t>
            </a:r>
            <a:r>
              <a:rPr lang="en-US" sz="2800" dirty="0" smtClean="0"/>
              <a:t>to your </a:t>
            </a:r>
            <a:r>
              <a:rPr lang="en-US" sz="2800" dirty="0"/>
              <a:t>topic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State the purpose of your speech </a:t>
            </a:r>
            <a:r>
              <a:rPr lang="en-US" sz="2800" dirty="0" err="1"/>
              <a:t>ie</a:t>
            </a:r>
            <a:r>
              <a:rPr lang="en-US" sz="2800" dirty="0"/>
              <a:t>. main objective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Establish your qualification for speaking on the topic. It adds credibility.</a:t>
            </a:r>
          </a:p>
        </p:txBody>
      </p:sp>
    </p:spTree>
    <p:extLst>
      <p:ext uri="{BB962C8B-B14F-4D97-AF65-F5344CB8AC3E}">
        <p14:creationId xmlns:p14="http://schemas.microsoft.com/office/powerpoint/2010/main" val="214580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C9E8-8BDE-41C4-B2FA-79236D5B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(</a:t>
            </a:r>
            <a:r>
              <a:rPr lang="en-US" sz="3200" b="1" cap="none" dirty="0" smtClean="0"/>
              <a:t>b</a:t>
            </a:r>
            <a:r>
              <a:rPr lang="en-US" sz="3200" b="1" dirty="0" smtClean="0"/>
              <a:t>) </a:t>
            </a:r>
            <a:r>
              <a:rPr lang="en-US" sz="36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Core of the Speech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A0D33-E9EF-442C-81A0-86EF4C668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140"/>
            <a:ext cx="10515600" cy="532882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Present the main content of your speech</a:t>
            </a:r>
          </a:p>
          <a:p>
            <a:pPr algn="just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Organise your points in a sequence that makes sense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Chronological based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Simple – complex based etc.</a:t>
            </a:r>
          </a:p>
          <a:p>
            <a:pPr algn="just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Explain your points giving evidences           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569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C536-EDD9-4C93-8DB9-0010C235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/>
              <a:t>(</a:t>
            </a:r>
            <a:r>
              <a:rPr lang="en-US" sz="3200" b="1" cap="none" dirty="0" smtClean="0"/>
              <a:t>c</a:t>
            </a:r>
            <a:r>
              <a:rPr lang="en-US" sz="3200" b="1" dirty="0" smtClean="0"/>
              <a:t>) </a:t>
            </a:r>
            <a:r>
              <a:rPr lang="en-US" sz="32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The Conclusion</a:t>
            </a: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03AD6-28C5-4DC8-A27B-4E671F7B0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1392"/>
            <a:ext cx="10515600" cy="531557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Summarise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your key ideas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Draw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conclusion and its importance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Making recommendations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Finally, end by thanking the group 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for their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time and attention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NB: Do not end the speech suddenly. Give the audience some idea that you are coming to close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Reduce the pace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Before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 finish………….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conclusion……….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55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7EC6-7EA4-4F96-8303-89EC6B8EB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rmAutofit/>
          </a:bodyPr>
          <a:lstStyle/>
          <a:p>
            <a:pPr algn="just"/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Types of Speeches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F933B-CD14-47A0-BA5B-68DB14E64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904"/>
            <a:ext cx="10515600" cy="5236059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Speeches are classified basing on the purpose:</a:t>
            </a:r>
          </a:p>
          <a:p>
            <a:pPr marL="571500" indent="-571500" algn="just">
              <a:buAutoNum type="romanLcParenBoth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Expository Speech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This is the kind of speech that involves investigating an idea, evaluating the evidence then presenting the idea and supporting with an argument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This is common in academics because it originates from researches</a:t>
            </a:r>
          </a:p>
          <a:p>
            <a:pPr marL="0" indent="0" algn="just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(ii) Descriptive Speech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Is the one that describes a person, object, idea, experience etc.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Elaborates how something looks like in terms of colour, size, shape, smell, taste, sound etc.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eg.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biography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4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E68A6-BE78-4DD7-805E-8C71615B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023"/>
          </a:xfrm>
        </p:spPr>
        <p:txBody>
          <a:bodyPr>
            <a:normAutofit/>
          </a:bodyPr>
          <a:lstStyle/>
          <a:p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(iii) Narrative 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BB19-A84C-4640-B53E-DB43A12C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148"/>
            <a:ext cx="10515600" cy="5275815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Is a kind of speech that tells a story about something real or unreal</a:t>
            </a:r>
          </a:p>
          <a:p>
            <a:pPr marL="0" indent="0" algn="just">
              <a:buNone/>
            </a:pPr>
            <a:r>
              <a:rPr lang="en-US" sz="2800" dirty="0" err="1"/>
              <a:t>eg.</a:t>
            </a:r>
            <a:r>
              <a:rPr lang="en-US" sz="2800" dirty="0"/>
              <a:t> you report to your office mate about the seminar you attended</a:t>
            </a:r>
          </a:p>
          <a:p>
            <a:pPr marL="0" indent="0" algn="just">
              <a:buNone/>
            </a:pPr>
            <a:r>
              <a:rPr lang="en-US" sz="2800" dirty="0"/>
              <a:t>      You report to the guest about progress of a certain project etc.</a:t>
            </a:r>
          </a:p>
          <a:p>
            <a:pPr marL="0" indent="0" algn="just">
              <a:buNone/>
            </a:pPr>
            <a:r>
              <a:rPr lang="en-US" sz="2800" dirty="0"/>
              <a:t>(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iv) Persuasive Speech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This aims at convincing the audience to adopt certain point of view or take particular action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 Aims at changing the beliefs, attitudes and opinions of your audience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 Most of political speeches especially during election campaign and preaches fall under this category</a:t>
            </a:r>
          </a:p>
        </p:txBody>
      </p:sp>
    </p:spTree>
    <p:extLst>
      <p:ext uri="{BB962C8B-B14F-4D97-AF65-F5344CB8AC3E}">
        <p14:creationId xmlns:p14="http://schemas.microsoft.com/office/powerpoint/2010/main" val="319709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128E-6F52-4BED-9556-E3BDA74B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</p:spPr>
        <p:txBody>
          <a:bodyPr>
            <a:normAutofit/>
          </a:bodyPr>
          <a:lstStyle/>
          <a:p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(v) Argumentative 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D0EF1-6FD4-4CBA-9BE0-C2A24033F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09"/>
            <a:ext cx="10515600" cy="520955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This is a pure scientific speech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Aims at proving that your theory or hypothesis about a certain issue is more correct or truthful than those of others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You argue for your opinion as opposed to others (policy, theory, plan, hypothesis, formular etc.)</a:t>
            </a:r>
          </a:p>
        </p:txBody>
      </p:sp>
    </p:spTree>
    <p:extLst>
      <p:ext uri="{BB962C8B-B14F-4D97-AF65-F5344CB8AC3E}">
        <p14:creationId xmlns:p14="http://schemas.microsoft.com/office/powerpoint/2010/main" val="360461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F6FF1-8CCA-488A-B375-B77AD1E8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</p:spPr>
        <p:txBody>
          <a:bodyPr>
            <a:normAutofit/>
          </a:bodyPr>
          <a:lstStyle/>
          <a:p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Styles/Modes of Speech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5BB3-2F55-449E-AA1F-BBD2566E3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6678"/>
            <a:ext cx="10515600" cy="509028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800" dirty="0"/>
              <a:t> There are four basic modes of speech delivery</a:t>
            </a:r>
          </a:p>
          <a:p>
            <a:pPr marL="571500" indent="-571500" algn="just">
              <a:buAutoNum type="romanLcParenBoth"/>
            </a:pPr>
            <a:r>
              <a:rPr lang="en-US" sz="2800" dirty="0"/>
              <a:t>The Manuscript Mode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Prepared in writings and presented y reading word for word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No chance of adding anything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Characterised by formal language and statistics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It pays more attention to the script than the audience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Thus, it is boring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Normally preferred by people who are likely to be quoted (Leaders)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Students are discouraged to use this mode during class presentation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64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A73D-3573-415F-9793-A2CD3749A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just"/>
            <a:r>
              <a:rPr lang="en-US" sz="3600" cap="none" dirty="0">
                <a:latin typeface="Calibri" panose="020F0502020204030204" pitchFamily="34" charset="0"/>
                <a:cs typeface="Calibri" panose="020F0502020204030204" pitchFamily="34" charset="0"/>
              </a:rPr>
              <a:t>(ii) </a:t>
            </a:r>
            <a:r>
              <a:rPr lang="en-US" sz="32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Memorised</a:t>
            </a:r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 Mode of Speech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7F75-E010-463B-A5B9-144AB83F7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This is full committed to memory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Requires considerable practices before delivery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Allows ample eye contact, movement and gestures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Mostly used in plays and repeated speeches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83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646A1-E3E0-47FD-B4BE-14B1A5C5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Autofit/>
          </a:bodyPr>
          <a:lstStyle/>
          <a:p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(iii) The Impromptu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54FF2-4C33-441E-BD2E-073C8D626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444"/>
            <a:ext cx="10515600" cy="499752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speech is delivered without formal preparation and notes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Characterised y spontaneity and informal language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Normally used in short presentations such as when giving vote of thanks, when answering a question in class, when introducing yourself etc.</a:t>
            </a:r>
          </a:p>
        </p:txBody>
      </p:sp>
    </p:spTree>
    <p:extLst>
      <p:ext uri="{BB962C8B-B14F-4D97-AF65-F5344CB8AC3E}">
        <p14:creationId xmlns:p14="http://schemas.microsoft.com/office/powerpoint/2010/main" val="330116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F3A4-53E0-490B-90D6-D41A7A88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just"/>
            <a:r>
              <a:rPr lang="en-US" sz="3200" cap="none" dirty="0">
                <a:latin typeface="Calibri" panose="020F0502020204030204" pitchFamily="34" charset="0"/>
                <a:cs typeface="Calibri" panose="020F0502020204030204" pitchFamily="34" charset="0"/>
              </a:rPr>
              <a:t>(iv) The Extemporaneous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CF68D-DCFC-44C5-A5B2-AF7C90C8B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It is well planned by outlining the points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Read the outline to the audience then, explain from your memory/experience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Delivered conversationally without heavy dependence on notes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Used by: lecturers, preachers, political leaders, experienced speakers etc.</a:t>
            </a:r>
          </a:p>
        </p:txBody>
      </p:sp>
    </p:spTree>
    <p:extLst>
      <p:ext uri="{BB962C8B-B14F-4D97-AF65-F5344CB8AC3E}">
        <p14:creationId xmlns:p14="http://schemas.microsoft.com/office/powerpoint/2010/main" val="114733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1999</TotalTime>
  <Words>1154</Words>
  <Application>Microsoft Office PowerPoint</Application>
  <PresentationFormat>Widescreen</PresentationFormat>
  <Paragraphs>126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Courier New</vt:lpstr>
      <vt:lpstr>Tw Cen MT</vt:lpstr>
      <vt:lpstr>Tw Cen MT Condensed</vt:lpstr>
      <vt:lpstr>Wingdings</vt:lpstr>
      <vt:lpstr>Wingdings 3</vt:lpstr>
      <vt:lpstr>Integral</vt:lpstr>
      <vt:lpstr>1. SPEAKING SKILLS: ORAL COMMUNICATION</vt:lpstr>
      <vt:lpstr>Speaking and Non Verbal Characteristics</vt:lpstr>
      <vt:lpstr>The Art of Public Speaking</vt:lpstr>
      <vt:lpstr>The Misconceptions about Public Speaking</vt:lpstr>
      <vt:lpstr>Essentials of Public Speaking</vt:lpstr>
      <vt:lpstr>(b) Presentation Stage</vt:lpstr>
      <vt:lpstr>(c) Post-presentation Stage</vt:lpstr>
      <vt:lpstr>Parts of a Speech</vt:lpstr>
      <vt:lpstr>(b) Core of the Speech</vt:lpstr>
      <vt:lpstr>(c) The Conclusion</vt:lpstr>
      <vt:lpstr>Types of Speeches</vt:lpstr>
      <vt:lpstr>(iii) Narrative Speech</vt:lpstr>
      <vt:lpstr>(v) Argumentative Speech</vt:lpstr>
      <vt:lpstr>Styles/Modes of Speech Delivery</vt:lpstr>
      <vt:lpstr>(ii) Memorised Mode of Speech Delivery</vt:lpstr>
      <vt:lpstr>(iii) The Impromptu Mode</vt:lpstr>
      <vt:lpstr>(iv) The Extemporaneous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MBEYA UNIVERSITY OF SCIENCE AND TECHNOLOGY COLLEGE OF HUMANITIES AND BUSINESS STUDIES</dc:title>
  <dc:creator>Stephen</dc:creator>
  <cp:lastModifiedBy>user</cp:lastModifiedBy>
  <cp:revision>417</cp:revision>
  <dcterms:created xsi:type="dcterms:W3CDTF">2020-11-27T05:27:57Z</dcterms:created>
  <dcterms:modified xsi:type="dcterms:W3CDTF">2023-01-13T13:29:06Z</dcterms:modified>
</cp:coreProperties>
</file>