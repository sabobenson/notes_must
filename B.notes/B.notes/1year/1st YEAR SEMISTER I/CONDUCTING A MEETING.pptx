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7" r:id="rId4"/>
    <p:sldId id="276" r:id="rId5"/>
    <p:sldId id="258" r:id="rId6"/>
    <p:sldId id="277" r:id="rId7"/>
    <p:sldId id="274" r:id="rId8"/>
    <p:sldId id="260" r:id="rId9"/>
    <p:sldId id="261" r:id="rId10"/>
    <p:sldId id="278" r:id="rId11"/>
    <p:sldId id="262" r:id="rId12"/>
    <p:sldId id="279" r:id="rId13"/>
    <p:sldId id="280" r:id="rId14"/>
    <p:sldId id="281" r:id="rId15"/>
    <p:sldId id="282" r:id="rId16"/>
    <p:sldId id="263" r:id="rId17"/>
    <p:sldId id="264" r:id="rId18"/>
    <p:sldId id="265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243A9D-197C-4DC2-AD6E-E1018DD7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FAB769A-4434-4CC3-A0B8-C876CFEBA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6EEFC03-8AD8-4BD2-8118-0564FEC1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208776A-F348-4E34-84C5-B74CA306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87DE07D-2D11-4F51-9359-E18432C1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5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812A35-2FF7-4AA2-B58E-222809A92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0F8B87F-B364-495C-A4CA-017D89A25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78CF853-F5B1-4A09-8B13-EB9C0F9E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0C701AC-59B4-44EF-B936-4F390D55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A542E47-0AD6-49D6-BDC0-359CF34B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2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5FD6FD-3A16-46B1-A7B0-49EFE8D12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2B16FEB-8485-4C72-8745-0F9E56232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7557BFE-01F9-4E01-A466-9594D363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57E7E23-317A-4403-9C0F-9B111AD6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8B5755-28FF-40D5-B884-A2D76620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6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9F979A-A985-401F-835F-BC26ABCB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95593D-877C-48B6-A7D8-60933E72E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46F39AB-CF1E-4557-82DF-943DF4D82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A1720B5-7E34-4530-AC29-4B220E24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CB56FC9-08CF-45E2-A00C-8EE01103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6C4B8E5-17D0-456A-8815-54FBBFB9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255003-2EC0-44EA-B2CB-745D0D09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457982A-1F72-4F44-B1BA-163FD776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F1BF674-5CDD-4DA2-9787-2CCF990D8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34B8FB8-D86F-4697-AF36-B2A5A92BE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5D467E9-6315-4714-9B3C-FCCEEF642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57AA073-BAB4-44F6-A786-71CBD41D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C25B49F-9D59-472D-B2FE-AF6E2574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0A46544-463D-408C-A5A7-037D2A09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01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791706-84E7-47E1-B7A9-4C1BE194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2175A74-AA51-4428-A27C-7659ADA2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3CD73F5-C9BF-4887-B0F1-1398FC7F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74CB244-A3AC-4256-9790-A62AB9F4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6BF9FEC-10F8-4DEB-9A50-9F8F3B1D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BDE2D42-8B85-4D2E-B048-247EBBD7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76B267A-DCA7-4535-8CD8-58925BF8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2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93E60E-E175-4A88-8D76-C8FDEF2A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314E675-7F1C-478E-8607-C4D8A0D31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72EE843-4F5D-422A-BD13-19B10BAD7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39119AC-A33E-4261-A57C-F65E8DC4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1F16098-4EA8-483D-B8A9-F9B7CDC1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7F6C432-7C70-4356-BEA6-C68714765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82AFD2-D001-405D-B494-2DB1C6704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3907CD4-2D0A-4FC1-AEF9-A5DB4C516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70E16B6-B519-46C3-A6A6-E0362F8DC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3F656EF-B2B7-409E-901D-EC669224B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D1AC738-7A15-4683-BB49-4C21E4FE5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B481763-C456-4838-A6C1-F5A64EB8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5D6DB8-97CE-4792-A967-94A0CC4B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2197E76-7B94-429E-B6E2-50A98D45A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37C8FEE-1ECA-49F4-8029-90B93D1B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9DFDF4C-8D6C-49B5-84FB-779AA046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29B5AD-4D7D-4C32-8F23-D6A548B2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6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CDCED29-B4C6-440D-8C5E-3A5DD205C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78517E4-D490-43FE-AD52-0F325A09D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A979D94-0EB9-46A6-984C-17FFF385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983C9FE-E63C-4AA5-B83E-F027315E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4327686-0CE1-4A3A-9401-5E6BC08D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9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23CB4F2-4E03-4917-B2FC-385206CC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E5529D6-8445-409A-8BCB-7E8418ED4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80484B3-5852-4943-A5E6-E958EF5E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EAEE-F910-4ED7-BB00-EB15292EFC55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3727A2D-4116-4D64-8045-B7348EF0A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B1E20C5-989C-4BD5-B588-D1F63EE15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9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20607-C730-4617-8BAA-25FF1114A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4071"/>
            <a:ext cx="9144000" cy="55659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CONDUCTING A </a:t>
            </a:r>
            <a:r>
              <a:rPr lang="en-US" sz="3200" b="1" dirty="0" smtClean="0"/>
              <a:t>MEETING</a:t>
            </a:r>
            <a:endParaRPr lang="en-US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8F62434-ECC0-43A2-B074-8FB416F5A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713" y="1099931"/>
            <a:ext cx="9833113" cy="518822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/>
              <a:t>Introduction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dirty="0"/>
              <a:t>What is a meeting?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Is an assembly of people for a particular purpose, especially for formal discussion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meeting is any gathering of two or more persons aiming at collectively accomplishing what one person cannot.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However, not all meetings we see/attend are really necessary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6778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20607-C730-4617-8BAA-25FF1114A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4071"/>
            <a:ext cx="9144000" cy="556590"/>
          </a:xfrm>
        </p:spPr>
        <p:txBody>
          <a:bodyPr>
            <a:normAutofit/>
          </a:bodyPr>
          <a:lstStyle/>
          <a:p>
            <a:r>
              <a:rPr lang="en-US" sz="3200" b="1" dirty="0"/>
              <a:t>….Cont..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8F62434-ECC0-43A2-B074-8FB416F5A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713" y="1099931"/>
            <a:ext cx="9833113" cy="518822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Many meetings don't need to be held, and often those that are held are attended by more people than necessary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Often times there are more efficient ways to "meet" your objectives without holding a meeting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of these alternatives include: phone calls, </a:t>
            </a:r>
            <a:r>
              <a:rPr lang="en-US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internal memos</a:t>
            </a: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letters, circular resolution, e-mails etc.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1522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814387-984C-47CA-8BCF-140629EF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35A7C8E-38CC-42AC-A5CC-50282B1D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4157"/>
            <a:ext cx="10515600" cy="538038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Thus before calling a meeting</a:t>
            </a:r>
            <a:r>
              <a:rPr lang="en-US" sz="32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one needs to decide if a meeting is necessary.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US" sz="32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scheduling or attending your next meeting, clearly define the objectives for yourself or the group if you are the person responsible for the meeting.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help you think through the objectives, ask yourself the following four questions:</a:t>
            </a: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32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24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814387-984C-47CA-8BCF-140629EF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35A7C8E-38CC-42AC-A5CC-50282B1D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4157"/>
            <a:ext cx="10515600" cy="538038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 </a:t>
            </a: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Why am I scheduling or attending this meeting?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ii. What do I want to accomplish or gain?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iii. What information will be exchanged or decisions made?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iv. Who will be attending that I need to meet or gain their support?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3B1BB8-6FCC-4E26-B7A1-D7A8F562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218"/>
            <a:ext cx="10515600" cy="621426"/>
          </a:xfrm>
        </p:spPr>
        <p:txBody>
          <a:bodyPr>
            <a:normAutofit/>
          </a:bodyPr>
          <a:lstStyle/>
          <a:p>
            <a:pPr algn="ctr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….Cont..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1A81B0B-C06D-4E69-B89B-25BFD90E6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4644"/>
            <a:ext cx="10515600" cy="5302319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Once you have clarified your objectives, you still need to determine if a meeting is the best way to achieve them.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make sure a meeting will be the best use of resources (time, money and energy) for all concerned, determine if it will be used for at least one of the following: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C0000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Functions of a Meeting</a:t>
            </a: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convey new information to a group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answer important questions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participate in group decision making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endParaRPr lang="en-US" sz="2800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29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791BF8-06B8-416D-B94F-E197ADC9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58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E5404D-EA80-4C9F-96B0-30F9A192B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010"/>
            <a:ext cx="10515600" cy="5135953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brainstorm on important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ideas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solve existing problems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you have determined a meeting is the best avenue to carry out objectives, then you should begin to organise for an effective meeting.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17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228755-8BF2-4AFF-BDFF-0CF41A16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Types of Meetings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72EE87-B786-4554-B790-07F1D8127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16979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b="0" i="0" u="none" strike="noStrike" dirty="0">
                <a:solidFill>
                  <a:srgbClr val="151515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151515"/>
                </a:solidFill>
                <a:effectLst/>
                <a:latin typeface="-apple-system"/>
              </a:rPr>
              <a:t>Meetings can be of various types based on formality, timing, purpose, use, legality, participation etc.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 Some examples are;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Formal meetings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Informal meetings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Annual </a:t>
            </a:r>
            <a:r>
              <a:rPr lang="en-US" dirty="0" smtClean="0">
                <a:solidFill>
                  <a:srgbClr val="151515"/>
                </a:solidFill>
                <a:latin typeface="-apple-system"/>
              </a:rPr>
              <a:t>General Meetings </a:t>
            </a:r>
            <a:r>
              <a:rPr lang="en-US" dirty="0">
                <a:solidFill>
                  <a:srgbClr val="151515"/>
                </a:solidFill>
                <a:latin typeface="-apple-system"/>
              </a:rPr>
              <a:t>(AGM)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Statutory meetings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Board meetings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Ad </a:t>
            </a:r>
            <a:r>
              <a:rPr lang="en-US" dirty="0" smtClean="0">
                <a:solidFill>
                  <a:srgbClr val="151515"/>
                </a:solidFill>
                <a:latin typeface="-apple-system"/>
              </a:rPr>
              <a:t>hoc/extra-ordinary </a:t>
            </a:r>
            <a:r>
              <a:rPr lang="en-US" dirty="0">
                <a:solidFill>
                  <a:srgbClr val="151515"/>
                </a:solidFill>
                <a:latin typeface="-apple-system"/>
              </a:rPr>
              <a:t>meetings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48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C8B8B9-2595-4A6A-B5A6-E6EE8C89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sz="3200" dirty="0"/>
              <a:t>How to Organise for a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5F5889-D73F-494E-8DA1-A48DABB41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Good meetings are not accidents - they are the result of good planning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time you spend in planning, will result in major benefits later by efficiently using the meeting time, accomplishing objectives, and avoiding the need for follow-up meetings.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When deciding to hold a meeting, you should also decide who should attend and what the purpose of the meeting is.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help in planning meetings; </a:t>
            </a:r>
            <a:r>
              <a:rPr lang="en-US" sz="3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Below is a checklist of major elements essential for meeting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success</a:t>
            </a:r>
            <a:endParaRPr lang="en-US" sz="3200" i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6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A5BA20-6047-4A80-AC44-70451F48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47735F-D148-40F4-A7CD-B68D5A004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140"/>
            <a:ext cx="10515600" cy="564473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(a) </a:t>
            </a:r>
            <a:r>
              <a:rPr lang="en-US" sz="36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endParaRPr lang="en-US" sz="3600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Plan meetings with purpose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efine the purpose or objective of the meeting </a:t>
            </a:r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(b) Participant</a:t>
            </a:r>
            <a:r>
              <a:rPr lang="en-US" sz="36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3600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Who need to attend this meeting to accomplish the purpose?</a:t>
            </a:r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(c) Structure</a:t>
            </a:r>
            <a:endParaRPr lang="en-US" sz="3600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How should the meeting be organised to best accomplish the purpose?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30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A5BA20-6047-4A80-AC44-70451F48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47735F-D148-40F4-A7CD-B68D5A004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140"/>
            <a:ext cx="10515600" cy="5644734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techniques may include: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5100" dirty="0"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uest speakers,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5100" dirty="0"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ideos,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100" dirty="0"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rainstorming sessions,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5100" dirty="0"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anel sessions, discussion groups, demonstrations, etc.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Whatever technique is selected, it should have the greatest impact on the participants to attain the meeting objectives.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48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B35031-2368-4ADD-9C12-13002E62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250E5D-4A25-45BC-815F-33C8DE32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09"/>
            <a:ext cx="10515600" cy="538038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(d) Location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Select a meeting place that best matches the participant's needs, the </a:t>
            </a:r>
            <a:r>
              <a:rPr lang="en-US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objectives, </a:t>
            </a: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 the meeting structure. </a:t>
            </a: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When planning where to meet give consideration to: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The number of participants,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Comfortability of the venue: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ventilation, chairs quality etc.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7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B35031-2368-4ADD-9C12-13002E62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250E5D-4A25-45BC-815F-33C8DE32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09"/>
            <a:ext cx="10515600" cy="538038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Accessibility,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 A</a:t>
            </a: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dequate parking,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Room acoustics</a:t>
            </a:r>
            <a:r>
              <a:rPr lang="en-US" sz="3200" dirty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: microphones, free from echo sound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Equipment needs: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sockets, projectors, computers, cables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20000"/>
              </a:lnSpc>
              <a:spcAft>
                <a:spcPts val="1000"/>
              </a:spcAft>
              <a:buNone/>
            </a:pP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17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B35031-2368-4ADD-9C12-13002E62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250E5D-4A25-45BC-815F-33C8DE32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09"/>
            <a:ext cx="10515600" cy="5380382"/>
          </a:xfrm>
        </p:spPr>
        <p:txBody>
          <a:bodyPr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(e) Time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Choosing a meeting time depends on the availability of participants and meeting facilities.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The anticipated length of the meeting should also be a factor in deciding when to schedule the meeting.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91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3E41D7-74E8-4F0F-BEE3-4C1F848C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303"/>
            <a:ext cx="10515600" cy="874645"/>
          </a:xfrm>
        </p:spPr>
        <p:txBody>
          <a:bodyPr>
            <a:normAutofit fontScale="90000"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tabLst/>
              <a:defRPr/>
            </a:pPr>
            <a:r>
              <a:rPr lang="en-US" sz="3600" dirty="0">
                <a:latin typeface="+mn-lt"/>
              </a:rPr>
              <a:t/>
            </a:r>
            <a:br>
              <a:rPr lang="en-US" sz="3600" dirty="0">
                <a:latin typeface="+mn-lt"/>
              </a:rPr>
            </a:br>
            <a:r>
              <a:rPr lang="en-US" sz="3600" dirty="0">
                <a:latin typeface="+mn-lt"/>
              </a:rPr>
              <a:t>….Cont.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8CF8EC-87F3-4E36-B407-2BA8CEC0B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487"/>
            <a:ext cx="10515600" cy="4732476"/>
          </a:xfrm>
        </p:spPr>
        <p:txBody>
          <a:bodyPr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(f)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Distribution of Responsibilities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should be a mutual understanding of not only the meeting purpose, but also individual assignments and how they fit into the total programme.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Those meetings that are more focused on brainstorming or creativity may require little or no individual assignments.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task-oriented or policy deciding meetings, it is best to prepare a written summary of assigned duties so individuals know what their responsibility is for the meeting.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3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844A01-38A8-44D6-92E2-B77EA6488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7570"/>
          </a:xfrm>
        </p:spPr>
        <p:txBody>
          <a:bodyPr>
            <a:normAutofit fontScale="90000"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tabLst/>
              <a:defRPr/>
            </a:pP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….Cont.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3C17BEB-DB4B-4516-A586-890B7F743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4811989"/>
          </a:xfrm>
        </p:spPr>
        <p:txBody>
          <a:bodyPr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(g) </a:t>
            </a: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Confirmation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Contact all participants a week to three days before the meeting day.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Contact can be as simple as sending everyone a friendly reminder through office e-mail, phone calls etc.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For regularly scheduled meetings, choose a location and meeting time and try not to change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it.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Participants are required to confirm their attendance before the meeting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day.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58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6F7458-E906-41A3-AFF2-C4C38825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014748-1613-4B05-BE5F-CB75DED74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0661"/>
            <a:ext cx="10515600" cy="5327374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8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(h)  Agenda</a:t>
            </a:r>
            <a:endParaRPr lang="en-US" sz="12800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Agenda is a list of items/issues to be discussed at a meeting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Meeting agenda is crucial to meeting success in three ways: </a:t>
            </a:r>
            <a:endParaRPr lang="en-US" sz="1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20000"/>
              </a:lnSpc>
              <a:spcAft>
                <a:spcPts val="1000"/>
              </a:spcAft>
              <a:buAutoNum type="romanLcPeriod"/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It clarifies the objectives so people understand the meeting purpose and tasks.</a:t>
            </a:r>
          </a:p>
          <a:p>
            <a:pPr marL="571500" indent="-571500" algn="just">
              <a:lnSpc>
                <a:spcPct val="120000"/>
              </a:lnSpc>
              <a:spcAft>
                <a:spcPts val="1000"/>
              </a:spcAft>
              <a:buAutoNum type="romanLcPeriod"/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Distributing the agenda prior to the meeting helps participants plan and prepare to make an effective contribution.</a:t>
            </a:r>
            <a:endParaRPr lang="en-US" sz="1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20000"/>
              </a:lnSpc>
              <a:spcAft>
                <a:spcPts val="1000"/>
              </a:spcAft>
              <a:buAutoNum type="romanLcPeriod"/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During the meeting, the agenda provides direction and focus for the discussion.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59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03E3E9-8131-4B91-9EA3-32D7E101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325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37CA76E-7B74-40B1-A8DA-2F88D36B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44664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a variety of agenda presentation styles, but, essentially agenda paper should contain at least the following elements: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itle of the meeting (e.g., MUST Convocation Annual General Meeting),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of commencement (e.g. </a:t>
            </a:r>
            <a:r>
              <a:rPr lang="en-US" sz="31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09:00 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a.m.)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ate of the meeting (e.g. </a:t>
            </a:r>
            <a:r>
              <a:rPr lang="en-US" sz="3100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Thursday, </a:t>
            </a:r>
            <a:r>
              <a:rPr lang="en-US" sz="3100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15/12/2022)</a:t>
            </a:r>
            <a:r>
              <a:rPr lang="en-US" sz="31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3100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Venue/location (e.g. </a:t>
            </a:r>
            <a:r>
              <a:rPr lang="en-US" sz="3100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Nyerere Hall),</a:t>
            </a:r>
            <a:endParaRPr lang="en-US" sz="3100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List of discussion items (agenda)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Some people prefer to include time allocated for each agenda item to improve meeting effectiveness (e.g. review minutes of previous meeting </a:t>
            </a:r>
            <a:r>
              <a:rPr lang="en-US" sz="31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09:00-09:10 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a.m.).</a:t>
            </a:r>
            <a:endParaRPr lang="en-US" sz="3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6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C920D2-A92F-416B-888A-3B642827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2EE809-3CA6-4004-B4B4-36972CC2D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904"/>
            <a:ext cx="10515600" cy="5353879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 Some of common/standard agenda items are as follows:</a:t>
            </a:r>
          </a:p>
          <a:p>
            <a:pPr marL="571500" indent="-571500" algn="just">
              <a:buAutoNum type="romanLcPeriod"/>
            </a:pPr>
            <a:r>
              <a:rPr lang="en-US" dirty="0"/>
              <a:t>Opening of the meeting</a:t>
            </a:r>
          </a:p>
          <a:p>
            <a:pPr marL="571500" indent="-571500" algn="just">
              <a:buAutoNum type="romanLcPeriod"/>
            </a:pPr>
            <a:r>
              <a:rPr lang="en-US" dirty="0"/>
              <a:t>Adoption of the agenda</a:t>
            </a:r>
          </a:p>
          <a:p>
            <a:pPr marL="571500" indent="-571500" algn="just">
              <a:buAutoNum type="romanLcPeriod"/>
            </a:pPr>
            <a:r>
              <a:rPr lang="en-US" dirty="0"/>
              <a:t>Communication from the </a:t>
            </a:r>
            <a:r>
              <a:rPr lang="en-US" dirty="0" smtClean="0"/>
              <a:t>Chairperson</a:t>
            </a:r>
            <a:endParaRPr lang="en-US" dirty="0"/>
          </a:p>
          <a:p>
            <a:pPr marL="571500" indent="-571500" algn="just">
              <a:buAutoNum type="romanLcPeriod"/>
            </a:pPr>
            <a:r>
              <a:rPr lang="en-US" dirty="0"/>
              <a:t>Confirmation of the minutes of the previous meeting (If it is not the first meeting)</a:t>
            </a:r>
          </a:p>
          <a:p>
            <a:pPr marL="571500" indent="-571500" algn="just">
              <a:buAutoNum type="romanLcPeriod"/>
            </a:pPr>
            <a:r>
              <a:rPr lang="en-US" dirty="0"/>
              <a:t>Matters arising from the previous meeting (if it is not the first meeting)</a:t>
            </a:r>
          </a:p>
          <a:p>
            <a:pPr marL="571500" indent="-571500" algn="just">
              <a:buAutoNum type="romanLcPeriod"/>
            </a:pPr>
            <a:r>
              <a:rPr lang="en-US" dirty="0"/>
              <a:t>…………………………………………..</a:t>
            </a:r>
          </a:p>
          <a:p>
            <a:pPr marL="571500" indent="-571500" algn="just">
              <a:buAutoNum type="romanLcPeriod"/>
            </a:pPr>
            <a:r>
              <a:rPr lang="en-US" dirty="0"/>
              <a:t>…………………………………………..</a:t>
            </a:r>
          </a:p>
          <a:p>
            <a:pPr marL="571500" indent="-571500" algn="just">
              <a:buAutoNum type="romanLcPeriod"/>
            </a:pPr>
            <a:r>
              <a:rPr lang="en-US" dirty="0"/>
              <a:t>A.O.B</a:t>
            </a:r>
          </a:p>
          <a:p>
            <a:pPr marL="571500" indent="-571500" algn="just">
              <a:buAutoNum type="romanLcPeriod"/>
            </a:pPr>
            <a:r>
              <a:rPr lang="en-US" dirty="0"/>
              <a:t>Adjourning the meeting</a:t>
            </a:r>
          </a:p>
        </p:txBody>
      </p:sp>
    </p:spTree>
    <p:extLst>
      <p:ext uri="{BB962C8B-B14F-4D97-AF65-F5344CB8AC3E}">
        <p14:creationId xmlns:p14="http://schemas.microsoft.com/office/powerpoint/2010/main" val="266908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360259-DEB2-4AC9-80D9-544FE0B29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023"/>
          </a:xfrm>
        </p:spPr>
        <p:txBody>
          <a:bodyPr>
            <a:normAutofit/>
          </a:bodyPr>
          <a:lstStyle/>
          <a:p>
            <a:r>
              <a:rPr lang="en-US" sz="3200" dirty="0"/>
              <a:t>How to Run the Meeting Effectively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DAF5AED-1069-4D89-A3A2-AA39EA3B6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426"/>
            <a:ext cx="10515600" cy="528761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Begin on time and end on time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Starting a meeting late sends the message that it's okay to be late and it shows a lack of respect and appreciation for those who make the effort to arrive on time.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people may have back-to-back meetings</a:t>
            </a: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 to attend</a:t>
            </a: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Ending on time shows respect for participant’s valuable time, however no one ever complains if you are fortunate enough to end earlier.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7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61B5B5-76BB-49F2-B12D-FF533DB5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77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9A81193-C13B-4B79-A7B6-6952209B3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16979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Follow the Agenda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the agenda with participants at the beginning of the meeting (adoption)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 them if any changes need to be made.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Continually refer back to the agenda throughout the meeting to keep discussion centered on the stated purpose and specified agenda items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or distribute the agenda to members so that everyone refers to the agenda when discussion seems to be getting off track.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3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B398AB-DF96-4541-8A54-C5B2864F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527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0414596-E795-46AE-88DF-64DDDCCB7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27652"/>
            <a:ext cx="10638183" cy="5249311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Establish and Use Ground Rules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Ground rules are clear regulations that the group agrees to follow to help them facilitate productive discussions.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Ground rules lay out the expectations of "the way things should be done at meeting”</a:t>
            </a:r>
            <a:endParaRPr lang="en-US" sz="2800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 group members should reach consensus on following the ground rules.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some typically used ground rules include: arrive and start on time; stick to the agenda, everyone participates</a:t>
            </a:r>
            <a:r>
              <a:rPr lang="en-US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only one member to speak at time,</a:t>
            </a:r>
            <a:r>
              <a:rPr lang="en-US" sz="28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respect different viewpoints; show responsibility for following the ground rules etc.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4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0EAAC9-B92E-4C82-B8F6-8C0386E6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4BC81B-3A6A-4A3A-B954-D64E1431F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174"/>
            <a:ext cx="10515600" cy="511678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Control dominating individuals</a:t>
            </a:r>
            <a:endParaRPr lang="en-US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each individual has a fair chance of expressing ideas and opinions.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not let one person dominate the discussion.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equal importance is to ensure that quiet participants are expressing their ideas and opinions.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may require the leader or facilitator to directly call on the quiet member and ask them for their opinion or for any ideas they would like to share.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07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1D93D7-EF8A-43EF-9462-7FFFFA90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284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89F7BE3-D2B6-4345-9B03-A76A7733B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10"/>
            <a:ext cx="10515600" cy="5209553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Motivate</a:t>
            </a:r>
            <a:r>
              <a:rPr lang="en-US" sz="2800" b="1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members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 allowances to members as per regulation.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 meals to</a:t>
            </a:r>
            <a:r>
              <a:rPr lang="en-US" sz="28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energise 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28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motivate participants. </a:t>
            </a:r>
            <a:endParaRPr lang="en-US" sz="2800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 drinks like water, c</a:t>
            </a:r>
            <a:r>
              <a:rPr lang="en-US" sz="28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offee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juice, soda and bites can be provided as well.</a:t>
            </a:r>
            <a:endParaRPr lang="en-US" sz="2800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Preferably,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food should be provided at the end of the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meeting.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69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1405F7-6140-4543-A93B-4BCB82882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01F781-BC8C-4B01-B00B-73EFEDD35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16979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Summarise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Chairperson must summarise</a:t>
            </a:r>
            <a:r>
              <a:rPr lang="en-US" sz="2800" dirty="0" smtClean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meeting by highlighting </a:t>
            </a: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important 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decisions made, tasks delegated, deadlines, and any action required by participants.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Include in the summary any review plans for follow-up or the need to schedule any succeeding meetings.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far easier to schedule the next meeting while everyone is at the table than it is to wait and contact each participant individually.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70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1563</Words>
  <Application>Microsoft Office PowerPoint</Application>
  <PresentationFormat>Custom</PresentationFormat>
  <Paragraphs>148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CONDUCTING A MEETING</vt:lpstr>
      <vt:lpstr>….Cont..</vt:lpstr>
      <vt:lpstr>….Cont..</vt:lpstr>
      <vt:lpstr>….Cont..</vt:lpstr>
      <vt:lpstr>….Cont..</vt:lpstr>
      <vt:lpstr>….Cont..</vt:lpstr>
      <vt:lpstr>Types of Meetings</vt:lpstr>
      <vt:lpstr>How to Organise for a Meeting</vt:lpstr>
      <vt:lpstr>….Cont..</vt:lpstr>
      <vt:lpstr>….Cont..</vt:lpstr>
      <vt:lpstr>….Cont..</vt:lpstr>
      <vt:lpstr>….Cont..</vt:lpstr>
      <vt:lpstr>….Cont..</vt:lpstr>
      <vt:lpstr> ….Cont. </vt:lpstr>
      <vt:lpstr>  ….Cont. </vt:lpstr>
      <vt:lpstr>….Cont..</vt:lpstr>
      <vt:lpstr>….Cont..</vt:lpstr>
      <vt:lpstr>….Cont..</vt:lpstr>
      <vt:lpstr>How to Run the Meeting Effectively</vt:lpstr>
      <vt:lpstr>….Cont..</vt:lpstr>
      <vt:lpstr>….Cont..</vt:lpstr>
      <vt:lpstr>….Cont..</vt:lpstr>
      <vt:lpstr>….Cont..</vt:lpstr>
      <vt:lpstr>….Cont..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MEETING</dc:title>
  <dc:creator>Stephen</dc:creator>
  <cp:lastModifiedBy>STEPHEN NSYENGULA</cp:lastModifiedBy>
  <cp:revision>177</cp:revision>
  <dcterms:created xsi:type="dcterms:W3CDTF">2020-12-20T04:23:56Z</dcterms:created>
  <dcterms:modified xsi:type="dcterms:W3CDTF">2022-12-19T08:03:34Z</dcterms:modified>
</cp:coreProperties>
</file>