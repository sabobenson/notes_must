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47"/>
  </p:notesMasterIdLst>
  <p:handoutMasterIdLst>
    <p:handoutMasterId r:id="rId48"/>
  </p:handoutMasterIdLst>
  <p:sldIdLst>
    <p:sldId id="256" r:id="rId5"/>
    <p:sldId id="265" r:id="rId6"/>
    <p:sldId id="283" r:id="rId7"/>
    <p:sldId id="266" r:id="rId8"/>
    <p:sldId id="277" r:id="rId9"/>
    <p:sldId id="268" r:id="rId10"/>
    <p:sldId id="278" r:id="rId11"/>
    <p:sldId id="279" r:id="rId12"/>
    <p:sldId id="269" r:id="rId13"/>
    <p:sldId id="280" r:id="rId14"/>
    <p:sldId id="281" r:id="rId15"/>
    <p:sldId id="284" r:id="rId16"/>
    <p:sldId id="270" r:id="rId17"/>
    <p:sldId id="271" r:id="rId18"/>
    <p:sldId id="285" r:id="rId19"/>
    <p:sldId id="272" r:id="rId20"/>
    <p:sldId id="282" r:id="rId21"/>
    <p:sldId id="286" r:id="rId22"/>
    <p:sldId id="287" r:id="rId23"/>
    <p:sldId id="288" r:id="rId24"/>
    <p:sldId id="273" r:id="rId25"/>
    <p:sldId id="290" r:id="rId26"/>
    <p:sldId id="274" r:id="rId27"/>
    <p:sldId id="289" r:id="rId28"/>
    <p:sldId id="291" r:id="rId29"/>
    <p:sldId id="292" r:id="rId30"/>
    <p:sldId id="275" r:id="rId31"/>
    <p:sldId id="293" r:id="rId32"/>
    <p:sldId id="294" r:id="rId33"/>
    <p:sldId id="276" r:id="rId34"/>
    <p:sldId id="302" r:id="rId35"/>
    <p:sldId id="295" r:id="rId36"/>
    <p:sldId id="303" r:id="rId37"/>
    <p:sldId id="296" r:id="rId38"/>
    <p:sldId id="304" r:id="rId39"/>
    <p:sldId id="305" r:id="rId40"/>
    <p:sldId id="297" r:id="rId41"/>
    <p:sldId id="298" r:id="rId42"/>
    <p:sldId id="299" r:id="rId43"/>
    <p:sldId id="300" r:id="rId44"/>
    <p:sldId id="301" r:id="rId45"/>
    <p:sldId id="307"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404040"/>
    <a:srgbClr val="00B0F0"/>
    <a:srgbClr val="0070C0"/>
    <a:srgbClr val="37C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8415" autoAdjust="0"/>
  </p:normalViewPr>
  <p:slideViewPr>
    <p:cSldViewPr snapToGrid="0" showGuides="1">
      <p:cViewPr varScale="1">
        <p:scale>
          <a:sx n="68" d="100"/>
          <a:sy n="68" d="100"/>
        </p:scale>
        <p:origin x="616" y="48"/>
      </p:cViewPr>
      <p:guideLst>
        <p:guide orient="horz" pos="2160"/>
        <p:guide pos="3840"/>
      </p:guideLst>
    </p:cSldViewPr>
  </p:slideViewPr>
  <p:notesTextViewPr>
    <p:cViewPr>
      <p:scale>
        <a:sx n="1" d="1"/>
        <a:sy n="1" d="1"/>
      </p:scale>
      <p:origin x="0" y="0"/>
    </p:cViewPr>
  </p:notesTextViewPr>
  <p:sorterViewPr>
    <p:cViewPr>
      <p:scale>
        <a:sx n="114" d="100"/>
        <a:sy n="114" d="100"/>
      </p:scale>
      <p:origin x="0" y="-1476"/>
    </p:cViewPr>
  </p:sorterViewPr>
  <p:notesViewPr>
    <p:cSldViewPr snapToGrid="0" showGuides="1">
      <p:cViewPr>
        <p:scale>
          <a:sx n="50" d="100"/>
          <a:sy n="50" d="100"/>
        </p:scale>
        <p:origin x="2640" y="33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FA8042-29A1-4486-A765-7552698406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D8449A-A734-4B2E-9806-61303F24B60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249263-8DF9-4907-970E-1CFD040DC73A}" type="datetimeFigureOut">
              <a:rPr lang="en-US" smtClean="0"/>
              <a:t>28-Dec-21</a:t>
            </a:fld>
            <a:endParaRPr lang="en-US" dirty="0"/>
          </a:p>
        </p:txBody>
      </p:sp>
      <p:sp>
        <p:nvSpPr>
          <p:cNvPr id="4" name="Footer Placeholder 3">
            <a:extLst>
              <a:ext uri="{FF2B5EF4-FFF2-40B4-BE49-F238E27FC236}">
                <a16:creationId xmlns:a16="http://schemas.microsoft.com/office/drawing/2014/main" id="{F6605C2A-990C-4531-8CBF-BC3BEC0AF3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0D7358FE-F7D5-4C85-B0FD-2394F7F8774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AE485-B3C6-4830-BBC8-C6E008BDD690}" type="slidenum">
              <a:rPr lang="en-US" smtClean="0"/>
              <a:t>‹#›</a:t>
            </a:fld>
            <a:endParaRPr lang="en-US" dirty="0"/>
          </a:p>
        </p:txBody>
      </p:sp>
    </p:spTree>
    <p:extLst>
      <p:ext uri="{BB962C8B-B14F-4D97-AF65-F5344CB8AC3E}">
        <p14:creationId xmlns:p14="http://schemas.microsoft.com/office/powerpoint/2010/main" val="412162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70B412-7BFF-46C7-AB5E-DE35F66C9933}" type="datetimeFigureOut">
              <a:rPr lang="en-US" noProof="0" smtClean="0"/>
              <a:t>28-Dec-21</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5ACE04-E13C-4837-B6DD-B388E7CAA05E}" type="slidenum">
              <a:rPr lang="en-US" noProof="0" smtClean="0"/>
              <a:t>‹#›</a:t>
            </a:fld>
            <a:endParaRPr lang="en-US" noProof="0" dirty="0"/>
          </a:p>
        </p:txBody>
      </p:sp>
    </p:spTree>
    <p:extLst>
      <p:ext uri="{BB962C8B-B14F-4D97-AF65-F5344CB8AC3E}">
        <p14:creationId xmlns:p14="http://schemas.microsoft.com/office/powerpoint/2010/main" val="1850441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85ACE04-E13C-4837-B6DD-B388E7CAA05E}" type="slidenum">
              <a:rPr lang="en-US" smtClean="0"/>
              <a:t>1</a:t>
            </a:fld>
            <a:endParaRPr lang="en-US"/>
          </a:p>
        </p:txBody>
      </p:sp>
    </p:spTree>
    <p:extLst>
      <p:ext uri="{BB962C8B-B14F-4D97-AF65-F5344CB8AC3E}">
        <p14:creationId xmlns:p14="http://schemas.microsoft.com/office/powerpoint/2010/main" val="36992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2" y="2726875"/>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2" y="3569381"/>
            <a:ext cx="7233557" cy="365125"/>
          </a:xfrm>
        </p:spPr>
        <p:txBody>
          <a:bodyPr lIns="0">
            <a:normAutofit/>
          </a:bodyPr>
          <a:lstStyle>
            <a:lvl1pPr marL="0" indent="0" algn="l">
              <a:buNone/>
              <a:defRPr sz="1800" b="0" cap="all" baseline="0">
                <a:solidFill>
                  <a:schemeClr val="tx1"/>
                </a:solidFill>
              </a:defRPr>
            </a:lvl1pPr>
            <a:lvl2pPr marL="457181" indent="0" algn="ctr">
              <a:buNone/>
              <a:defRPr sz="2000"/>
            </a:lvl2pPr>
            <a:lvl3pPr marL="914361" indent="0" algn="ctr">
              <a:buNone/>
              <a:defRPr sz="1800"/>
            </a:lvl3pPr>
            <a:lvl4pPr marL="1371543" indent="0" algn="ctr">
              <a:buNone/>
              <a:defRPr sz="1600"/>
            </a:lvl4pPr>
            <a:lvl5pPr marL="1828724" indent="0" algn="ctr">
              <a:buNone/>
              <a:defRPr sz="1600"/>
            </a:lvl5pPr>
            <a:lvl6pPr marL="2285904" indent="0" algn="ctr">
              <a:buNone/>
              <a:defRPr sz="1600"/>
            </a:lvl6pPr>
            <a:lvl7pPr marL="2743085" indent="0" algn="ctr">
              <a:buNone/>
              <a:defRPr sz="1600"/>
            </a:lvl7pPr>
            <a:lvl8pPr marL="3200266" indent="0" algn="ctr">
              <a:buNone/>
              <a:defRPr sz="1600"/>
            </a:lvl8pPr>
            <a:lvl9pPr marL="3657447"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1" y="6356353"/>
            <a:ext cx="2743200" cy="365125"/>
          </a:xfrm>
          <a:prstGeom prst="rect">
            <a:avLst/>
          </a:prstGeom>
        </p:spPr>
        <p:txBody>
          <a:bodyPr/>
          <a:lstStyle/>
          <a:p>
            <a:fld id="{C1F93407-1483-4B80-86DE-DAE1D4D89093}" type="datetimeFigureOut">
              <a:rPr lang="en-US" noProof="0" smtClean="0"/>
              <a:t>28-Dec-21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5" y="2475190"/>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2"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6" y="44087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80" y="4184310"/>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Tree>
    <p:extLst>
      <p:ext uri="{BB962C8B-B14F-4D97-AF65-F5344CB8AC3E}">
        <p14:creationId xmlns:p14="http://schemas.microsoft.com/office/powerpoint/2010/main" val="8994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 and Large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5908432"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5908431" y="2506665"/>
            <a:ext cx="5445371" cy="3454523"/>
          </a:xfrm>
        </p:spPr>
        <p:txBody>
          <a:bodyPr lIns="0" tIns="0" rIns="0" bIns="0">
            <a:noAutofit/>
          </a:bodyPr>
          <a:lstStyle>
            <a:lvl1pPr>
              <a:lnSpc>
                <a:spcPct val="100000"/>
              </a:lnSpc>
              <a:buClr>
                <a:schemeClr val="accent1"/>
              </a:buClr>
              <a:defRPr sz="1800"/>
            </a:lvl1pPr>
            <a:lvl2pPr>
              <a:lnSpc>
                <a:spcPct val="100000"/>
              </a:lnSpc>
              <a:buClr>
                <a:schemeClr val="accent1"/>
              </a:buClr>
              <a:defRPr sz="1600"/>
            </a:lvl2pPr>
            <a:lvl3pPr>
              <a:lnSpc>
                <a:spcPct val="100000"/>
              </a:lnSpc>
              <a:buClr>
                <a:schemeClr val="accent1"/>
              </a:buClr>
              <a:defRPr sz="1400"/>
            </a:lvl3pPr>
            <a:lvl4pPr>
              <a:lnSpc>
                <a:spcPct val="100000"/>
              </a:lnSpc>
              <a:buClr>
                <a:schemeClr val="accent1"/>
              </a:buClr>
              <a:defRPr sz="1200"/>
            </a:lvl4pPr>
            <a:lvl5pPr>
              <a:lnSpc>
                <a:spcPct val="100000"/>
              </a:lnSpc>
              <a:buClr>
                <a:schemeClr val="accent1"/>
              </a:buClr>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7" y="6462716"/>
            <a:ext cx="2262187" cy="249237"/>
          </a:xfrm>
        </p:spPr>
        <p:txBody>
          <a:bodyPr>
            <a:noAutofit/>
          </a:bodyPr>
          <a:lstStyle>
            <a:lvl1pPr marL="0" indent="0">
              <a:buNone/>
              <a:defRPr sz="1400" b="1" cap="all" baseline="0">
                <a:solidFill>
                  <a:schemeClr val="tx1">
                    <a:lumMod val="50000"/>
                    <a:lumOff val="50000"/>
                  </a:schemeClr>
                </a:solidFill>
              </a:defRPr>
            </a:lvl1pPr>
            <a:lvl2pPr marL="457181" indent="0">
              <a:buNone/>
              <a:defRPr/>
            </a:lvl2pPr>
            <a:lvl3pPr marL="914361" indent="0">
              <a:buNone/>
              <a:defRPr/>
            </a:lvl3pPr>
            <a:lvl4pPr marL="1371543" indent="0">
              <a:buNone/>
              <a:defRPr/>
            </a:lvl4pPr>
            <a:lvl5pPr marL="1828724"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469048" y="3"/>
            <a:ext cx="5210174" cy="5961063"/>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1"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8" y="421048"/>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1" y="896816"/>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5" y="672411"/>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1" y="2286312"/>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184765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 and Three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16441-0F1F-453B-BACF-543CEDE2AE72}"/>
              </a:ext>
            </a:extLst>
          </p:cNvPr>
          <p:cNvSpPr>
            <a:spLocks noGrp="1"/>
          </p:cNvSpPr>
          <p:nvPr>
            <p:ph type="title"/>
          </p:nvPr>
        </p:nvSpPr>
        <p:spPr>
          <a:xfrm>
            <a:off x="363417" y="1046163"/>
            <a:ext cx="5445369" cy="1114784"/>
          </a:xfrm>
        </p:spPr>
        <p:txBody>
          <a:bodyPr lIns="0" tIns="0" rIns="0" bIns="0" anchor="b">
            <a:noAutofit/>
          </a:bodyPr>
          <a:lstStyle>
            <a:lvl1pPr>
              <a:defRPr sz="3200" b="1" cap="all" baseline="0"/>
            </a:lvl1pPr>
          </a:lstStyle>
          <a:p>
            <a:r>
              <a:rPr lang="en-US" noProof="0"/>
              <a:t>Click to edit Master title style</a:t>
            </a:r>
          </a:p>
        </p:txBody>
      </p:sp>
      <p:sp>
        <p:nvSpPr>
          <p:cNvPr id="3" name="Content Placeholder 2">
            <a:extLst>
              <a:ext uri="{FF2B5EF4-FFF2-40B4-BE49-F238E27FC236}">
                <a16:creationId xmlns:a16="http://schemas.microsoft.com/office/drawing/2014/main" id="{61EC9302-80D9-4A88-8591-DE2D4BA1F91A}"/>
              </a:ext>
            </a:extLst>
          </p:cNvPr>
          <p:cNvSpPr>
            <a:spLocks noGrp="1"/>
          </p:cNvSpPr>
          <p:nvPr>
            <p:ph idx="1" hasCustomPrompt="1"/>
          </p:nvPr>
        </p:nvSpPr>
        <p:spPr>
          <a:xfrm>
            <a:off x="363418" y="2506665"/>
            <a:ext cx="5445371" cy="3454523"/>
          </a:xfrm>
        </p:spPr>
        <p:txBody>
          <a:bodyPr lIns="0" tIns="0" rIns="0" bIns="0">
            <a:noAutofit/>
          </a:bodyPr>
          <a:lstStyle>
            <a:lvl1pPr>
              <a:lnSpc>
                <a:spcPct val="100000"/>
              </a:lnSpc>
              <a:defRPr sz="1800"/>
            </a:lvl1pPr>
            <a:lvl2pPr>
              <a:lnSpc>
                <a:spcPct val="100000"/>
              </a:lnSpc>
              <a:defRPr sz="1600"/>
            </a:lvl2pPr>
            <a:lvl3pPr>
              <a:lnSpc>
                <a:spcPct val="100000"/>
              </a:lnSpc>
              <a:defRPr sz="1400"/>
            </a:lvl3pPr>
            <a:lvl4pPr>
              <a:lnSpc>
                <a:spcPct val="100000"/>
              </a:lnSpc>
              <a:defRPr sz="1200"/>
            </a:lvl4pPr>
            <a:lvl5pPr>
              <a:lnSpc>
                <a:spcPct val="100000"/>
              </a:lnSpc>
              <a:defRPr sz="12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8" name="Content Placeholder 16">
            <a:extLst>
              <a:ext uri="{FF2B5EF4-FFF2-40B4-BE49-F238E27FC236}">
                <a16:creationId xmlns:a16="http://schemas.microsoft.com/office/drawing/2014/main" id="{6AEAE6ED-58FA-4039-939A-E4032520CB3C}"/>
              </a:ext>
            </a:extLst>
          </p:cNvPr>
          <p:cNvSpPr>
            <a:spLocks noGrp="1"/>
          </p:cNvSpPr>
          <p:nvPr>
            <p:ph sz="quarter" idx="14" hasCustomPrompt="1"/>
          </p:nvPr>
        </p:nvSpPr>
        <p:spPr>
          <a:xfrm>
            <a:off x="363417" y="6462716"/>
            <a:ext cx="2262187" cy="249237"/>
          </a:xfrm>
        </p:spPr>
        <p:txBody>
          <a:bodyPr>
            <a:noAutofit/>
          </a:bodyPr>
          <a:lstStyle>
            <a:lvl1pPr marL="0" indent="0">
              <a:buNone/>
              <a:defRPr sz="1400" b="1" cap="all" baseline="0">
                <a:solidFill>
                  <a:schemeClr val="accent3"/>
                </a:solidFill>
              </a:defRPr>
            </a:lvl1pPr>
            <a:lvl2pPr marL="457181" indent="0">
              <a:buNone/>
              <a:defRPr/>
            </a:lvl2pPr>
            <a:lvl3pPr marL="914361" indent="0">
              <a:buNone/>
              <a:defRPr/>
            </a:lvl3pPr>
            <a:lvl4pPr marL="1371543" indent="0">
              <a:buNone/>
              <a:defRPr/>
            </a:lvl4pPr>
            <a:lvl5pPr marL="1828724" indent="0">
              <a:buNone/>
              <a:defRPr/>
            </a:lvl5pPr>
          </a:lstStyle>
          <a:p>
            <a:pPr lvl="0"/>
            <a:r>
              <a:rPr lang="en-US" noProof="0"/>
              <a:t>Your company name</a:t>
            </a:r>
          </a:p>
        </p:txBody>
      </p:sp>
      <p:sp>
        <p:nvSpPr>
          <p:cNvPr id="10" name="Picture Placeholder 9">
            <a:extLst>
              <a:ext uri="{FF2B5EF4-FFF2-40B4-BE49-F238E27FC236}">
                <a16:creationId xmlns:a16="http://schemas.microsoft.com/office/drawing/2014/main" id="{4502AABE-45EB-48A5-AD25-47BD8B79DF61}"/>
              </a:ext>
            </a:extLst>
          </p:cNvPr>
          <p:cNvSpPr>
            <a:spLocks noGrp="1"/>
          </p:cNvSpPr>
          <p:nvPr>
            <p:ph type="pic" sz="quarter" idx="15"/>
          </p:nvPr>
        </p:nvSpPr>
        <p:spPr>
          <a:xfrm>
            <a:off x="5919757" y="1"/>
            <a:ext cx="3430409" cy="4091942"/>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24053"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363416" y="421048"/>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4608160" y="471868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4289754" y="4494279"/>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1804746" y="2286312"/>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Picture Placeholder 9">
            <a:extLst>
              <a:ext uri="{FF2B5EF4-FFF2-40B4-BE49-F238E27FC236}">
                <a16:creationId xmlns:a16="http://schemas.microsoft.com/office/drawing/2014/main" id="{63A2A33D-4D91-454D-A35B-6DA97069EC3F}"/>
              </a:ext>
            </a:extLst>
          </p:cNvPr>
          <p:cNvSpPr>
            <a:spLocks noGrp="1"/>
          </p:cNvSpPr>
          <p:nvPr>
            <p:ph type="pic" sz="quarter" idx="16"/>
          </p:nvPr>
        </p:nvSpPr>
        <p:spPr>
          <a:xfrm>
            <a:off x="9542187" y="555160"/>
            <a:ext cx="2649813" cy="4298197"/>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
        <p:nvSpPr>
          <p:cNvPr id="21" name="Picture Placeholder 9">
            <a:extLst>
              <a:ext uri="{FF2B5EF4-FFF2-40B4-BE49-F238E27FC236}">
                <a16:creationId xmlns:a16="http://schemas.microsoft.com/office/drawing/2014/main" id="{7EC67FB7-777C-473E-95B8-585AA8E66406}"/>
              </a:ext>
            </a:extLst>
          </p:cNvPr>
          <p:cNvSpPr>
            <a:spLocks noGrp="1"/>
          </p:cNvSpPr>
          <p:nvPr>
            <p:ph type="pic" sz="quarter" idx="17"/>
          </p:nvPr>
        </p:nvSpPr>
        <p:spPr>
          <a:xfrm>
            <a:off x="5919755" y="4289113"/>
            <a:ext cx="3430407" cy="1672075"/>
          </a:xfrm>
          <a:solidFill>
            <a:schemeClr val="bg1">
              <a:lumMod val="85000"/>
            </a:schemeClr>
          </a:solidFill>
        </p:spPr>
        <p:txBody>
          <a:bodyPr anchor="ctr"/>
          <a:lstStyle>
            <a:lvl1pPr marL="0" indent="0" algn="ctr">
              <a:buNone/>
              <a:defRPr/>
            </a:lvl1pPr>
          </a:lstStyle>
          <a:p>
            <a:r>
              <a:rPr lang="en-US" noProof="0"/>
              <a:t>Click icon to add picture</a:t>
            </a:r>
            <a:endParaRPr lang="en-US" noProof="0" dirty="0"/>
          </a:p>
        </p:txBody>
      </p:sp>
    </p:spTree>
    <p:extLst>
      <p:ext uri="{BB962C8B-B14F-4D97-AF65-F5344CB8AC3E}">
        <p14:creationId xmlns:p14="http://schemas.microsoft.com/office/powerpoint/2010/main" val="23405895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alf Image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2"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831852" y="4839694"/>
            <a:ext cx="10515600" cy="1305379"/>
          </a:xfrm>
        </p:spPr>
        <p:txBody>
          <a:bodyPr vert="horz" lIns="91440" tIns="45720" rIns="91440" bIns="45720" rtlCol="0">
            <a:noAutofit/>
          </a:bodyPr>
          <a:lstStyle>
            <a:lvl1pPr marL="0" indent="0" algn="ctr">
              <a:lnSpc>
                <a:spcPct val="100000"/>
              </a:lnSpc>
              <a:buNone/>
              <a:defRPr lang="en-US" sz="1800" b="0" cap="none" baseline="0" dirty="0" smtClean="0"/>
            </a:lvl1pPr>
          </a:lstStyle>
          <a:p>
            <a:pPr marL="228591" lvl="0" indent="-228591"/>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0" y="0"/>
            <a:ext cx="12192000" cy="3713018"/>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1" y="3748188"/>
            <a:ext cx="1488622"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7" y="6462716"/>
            <a:ext cx="2262187" cy="249237"/>
          </a:xfrm>
        </p:spPr>
        <p:txBody>
          <a:bodyPr>
            <a:noAutofit/>
          </a:bodyPr>
          <a:lstStyle>
            <a:lvl1pPr marL="0" indent="0">
              <a:buNone/>
              <a:defRPr sz="1400" b="1" cap="all" baseline="0">
                <a:solidFill>
                  <a:schemeClr val="tx1">
                    <a:lumMod val="50000"/>
                    <a:lumOff val="50000"/>
                  </a:schemeClr>
                </a:solidFill>
              </a:defRPr>
            </a:lvl1pPr>
            <a:lvl2pPr marL="457181" indent="0">
              <a:buNone/>
              <a:defRPr/>
            </a:lvl2pPr>
            <a:lvl3pPr marL="914361" indent="0">
              <a:buNone/>
              <a:defRPr/>
            </a:lvl3pPr>
            <a:lvl4pPr marL="1371543" indent="0">
              <a:buNone/>
              <a:defRPr/>
            </a:lvl4pPr>
            <a:lvl5pPr marL="1828724" indent="0">
              <a:buNone/>
              <a:defRPr/>
            </a:lvl5pPr>
          </a:lstStyle>
          <a:p>
            <a:pPr lvl="0"/>
            <a:r>
              <a:rPr lang="en-US" noProof="0"/>
              <a:t>Your company name</a:t>
            </a:r>
          </a:p>
        </p:txBody>
      </p: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3" y="4594682"/>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Tree>
    <p:extLst>
      <p:ext uri="{BB962C8B-B14F-4D97-AF65-F5344CB8AC3E}">
        <p14:creationId xmlns:p14="http://schemas.microsoft.com/office/powerpoint/2010/main" val="4278063850"/>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7" y="246186"/>
            <a:ext cx="3206261" cy="1037492"/>
          </a:xfrm>
        </p:spPr>
        <p:txBody>
          <a:bodyPr lIns="0" tIns="0" rIns="0" bIns="0" anchor="b">
            <a:noAutofit/>
          </a:bodyPr>
          <a:lstStyle>
            <a:lvl1pPr>
              <a:defRPr sz="3200" b="1" cap="all" baseline="0"/>
            </a:lvl1pPr>
          </a:lstStyle>
          <a:p>
            <a:r>
              <a:rPr lang="en-US" noProof="0"/>
              <a:t>Title here</a:t>
            </a:r>
          </a:p>
        </p:txBody>
      </p:sp>
      <p:sp>
        <p:nvSpPr>
          <p:cNvPr id="3" name="Text Placeholder 2">
            <a:extLst>
              <a:ext uri="{FF2B5EF4-FFF2-40B4-BE49-F238E27FC236}">
                <a16:creationId xmlns:a16="http://schemas.microsoft.com/office/drawing/2014/main" id="{712D9B6D-CE43-4FB1-87C0-D3565E730242}"/>
              </a:ext>
            </a:extLst>
          </p:cNvPr>
          <p:cNvSpPr>
            <a:spLocks noGrp="1"/>
          </p:cNvSpPr>
          <p:nvPr>
            <p:ph type="body" idx="1" hasCustomPrompt="1"/>
          </p:nvPr>
        </p:nvSpPr>
        <p:spPr>
          <a:xfrm>
            <a:off x="4080987" y="2426277"/>
            <a:ext cx="3008434" cy="601087"/>
          </a:xfrm>
        </p:spPr>
        <p:txBody>
          <a:bodyPr lIns="0" tIns="0" rIns="0" bIns="0" anchor="b">
            <a:noAutofit/>
          </a:bodyPr>
          <a:lstStyle>
            <a:lvl1pPr marL="0" indent="0">
              <a:buNone/>
              <a:defRPr sz="1800" b="1">
                <a:solidFill>
                  <a:schemeClr val="accent1"/>
                </a:solidFill>
              </a:defRPr>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noProof="0"/>
              <a:t>Edit Master text styles</a:t>
            </a:r>
          </a:p>
        </p:txBody>
      </p:sp>
      <p:sp>
        <p:nvSpPr>
          <p:cNvPr id="4" name="Content Placeholder 3">
            <a:extLst>
              <a:ext uri="{FF2B5EF4-FFF2-40B4-BE49-F238E27FC236}">
                <a16:creationId xmlns:a16="http://schemas.microsoft.com/office/drawing/2014/main" id="{249D73CD-EB11-4ED6-80CF-B68320D57E91}"/>
              </a:ext>
            </a:extLst>
          </p:cNvPr>
          <p:cNvSpPr>
            <a:spLocks noGrp="1"/>
          </p:cNvSpPr>
          <p:nvPr>
            <p:ph sz="half" idx="2" hasCustomPrompt="1"/>
          </p:nvPr>
        </p:nvSpPr>
        <p:spPr>
          <a:xfrm>
            <a:off x="4080987" y="3097705"/>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sp>
        <p:nvSpPr>
          <p:cNvPr id="11" name="Content Placeholder 16">
            <a:extLst>
              <a:ext uri="{FF2B5EF4-FFF2-40B4-BE49-F238E27FC236}">
                <a16:creationId xmlns:a16="http://schemas.microsoft.com/office/drawing/2014/main" id="{57889B18-CC7E-47A7-B83B-45D7871D298A}"/>
              </a:ext>
            </a:extLst>
          </p:cNvPr>
          <p:cNvSpPr>
            <a:spLocks noGrp="1"/>
          </p:cNvSpPr>
          <p:nvPr>
            <p:ph sz="quarter" idx="14" hasCustomPrompt="1"/>
          </p:nvPr>
        </p:nvSpPr>
        <p:spPr>
          <a:xfrm>
            <a:off x="363417" y="6462716"/>
            <a:ext cx="2262187" cy="249237"/>
          </a:xfrm>
        </p:spPr>
        <p:txBody>
          <a:bodyPr>
            <a:noAutofit/>
          </a:bodyPr>
          <a:lstStyle>
            <a:lvl1pPr marL="0" indent="0">
              <a:buNone/>
              <a:defRPr sz="1400" b="1" cap="all" baseline="0">
                <a:solidFill>
                  <a:schemeClr val="tx1">
                    <a:lumMod val="50000"/>
                    <a:lumOff val="50000"/>
                  </a:schemeClr>
                </a:solidFill>
              </a:defRPr>
            </a:lvl1pPr>
            <a:lvl2pPr marL="457181" indent="0">
              <a:buNone/>
              <a:defRPr/>
            </a:lvl2pPr>
            <a:lvl3pPr marL="914361" indent="0">
              <a:buNone/>
              <a:defRPr/>
            </a:lvl3pPr>
            <a:lvl4pPr marL="1371543" indent="0">
              <a:buNone/>
              <a:defRPr/>
            </a:lvl4pPr>
            <a:lvl5pPr marL="1828724" indent="0">
              <a:buNone/>
              <a:defRPr/>
            </a:lvl5pPr>
          </a:lstStyle>
          <a:p>
            <a:pPr lvl="0"/>
            <a:r>
              <a:rPr lang="en-US" noProof="0"/>
              <a:t>Your company name</a:t>
            </a:r>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5" y="1452567"/>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3639490" y="421048"/>
            <a:ext cx="0" cy="5768619"/>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9" name="Text Placeholder 2">
            <a:extLst>
              <a:ext uri="{FF2B5EF4-FFF2-40B4-BE49-F238E27FC236}">
                <a16:creationId xmlns:a16="http://schemas.microsoft.com/office/drawing/2014/main" id="{A09F60F9-61AE-4464-B369-1CF86DB708DA}"/>
              </a:ext>
            </a:extLst>
          </p:cNvPr>
          <p:cNvSpPr>
            <a:spLocks noGrp="1"/>
          </p:cNvSpPr>
          <p:nvPr>
            <p:ph type="body" idx="15" hasCustomPrompt="1"/>
          </p:nvPr>
        </p:nvSpPr>
        <p:spPr>
          <a:xfrm>
            <a:off x="7870583" y="2426277"/>
            <a:ext cx="3008434" cy="601087"/>
          </a:xfrm>
        </p:spPr>
        <p:txBody>
          <a:bodyPr lIns="0" tIns="0" rIns="0" bIns="0" anchor="b">
            <a:noAutofit/>
          </a:bodyPr>
          <a:lstStyle>
            <a:lvl1pPr marL="0" indent="0">
              <a:buNone/>
              <a:defRPr sz="1800" b="1">
                <a:solidFill>
                  <a:schemeClr val="accent1"/>
                </a:solidFill>
              </a:defRPr>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noProof="0"/>
              <a:t>Edit Master text styles</a:t>
            </a:r>
          </a:p>
        </p:txBody>
      </p:sp>
      <p:sp>
        <p:nvSpPr>
          <p:cNvPr id="20" name="Content Placeholder 3">
            <a:extLst>
              <a:ext uri="{FF2B5EF4-FFF2-40B4-BE49-F238E27FC236}">
                <a16:creationId xmlns:a16="http://schemas.microsoft.com/office/drawing/2014/main" id="{124CEF01-2C7C-4568-8A45-5F5A058ECFC1}"/>
              </a:ext>
            </a:extLst>
          </p:cNvPr>
          <p:cNvSpPr>
            <a:spLocks noGrp="1"/>
          </p:cNvSpPr>
          <p:nvPr>
            <p:ph sz="half" idx="16" hasCustomPrompt="1"/>
          </p:nvPr>
        </p:nvSpPr>
        <p:spPr>
          <a:xfrm>
            <a:off x="7870583" y="3097705"/>
            <a:ext cx="3008434" cy="3091961"/>
          </a:xfrm>
        </p:spPr>
        <p:txBody>
          <a:bodyPr lIns="0" tIns="0" rIns="0" bIns="0">
            <a:noAutofit/>
          </a:bodyPr>
          <a:lstStyle>
            <a:lvl1pPr>
              <a:defRPr sz="1600"/>
            </a:lvl1pPr>
            <a:lvl2pPr>
              <a:defRPr sz="1400"/>
            </a:lvl2pPr>
            <a:lvl3pPr>
              <a:defRPr sz="1200"/>
            </a:lvl3pPr>
            <a:lvl4pPr>
              <a:defRPr sz="1100"/>
            </a:lvl4pPr>
            <a:lvl5pPr>
              <a:defRPr sz="110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Picture Placeholder 8">
            <a:extLst>
              <a:ext uri="{FF2B5EF4-FFF2-40B4-BE49-F238E27FC236}">
                <a16:creationId xmlns:a16="http://schemas.microsoft.com/office/drawing/2014/main" id="{BAF86618-E012-4E70-91E3-A72E71C63E64}"/>
              </a:ext>
            </a:extLst>
          </p:cNvPr>
          <p:cNvSpPr>
            <a:spLocks noGrp="1"/>
          </p:cNvSpPr>
          <p:nvPr>
            <p:ph type="pic" sz="quarter" idx="18" hasCustomPrompt="1"/>
          </p:nvPr>
        </p:nvSpPr>
        <p:spPr>
          <a:xfrm>
            <a:off x="4080987" y="1676297"/>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4" name="Picture Placeholder 8">
            <a:extLst>
              <a:ext uri="{FF2B5EF4-FFF2-40B4-BE49-F238E27FC236}">
                <a16:creationId xmlns:a16="http://schemas.microsoft.com/office/drawing/2014/main" id="{4FF378B9-734E-4C43-836C-CB80566DDB15}"/>
              </a:ext>
            </a:extLst>
          </p:cNvPr>
          <p:cNvSpPr>
            <a:spLocks noGrp="1"/>
          </p:cNvSpPr>
          <p:nvPr>
            <p:ph type="pic" sz="quarter" idx="19" hasCustomPrompt="1"/>
          </p:nvPr>
        </p:nvSpPr>
        <p:spPr>
          <a:xfrm>
            <a:off x="7868007" y="1676297"/>
            <a:ext cx="587932" cy="587932"/>
          </a:xfrm>
          <a:noFill/>
        </p:spPr>
        <p:txBody>
          <a:bodyPr anchor="ctr">
            <a:noAutofit/>
          </a:bodyPr>
          <a:lstStyle>
            <a:lvl1pPr marL="0" indent="0" algn="ctr">
              <a:buNone/>
              <a:defRPr sz="1400">
                <a:solidFill>
                  <a:schemeClr val="tx1"/>
                </a:solidFill>
              </a:defRPr>
            </a:lvl1pPr>
          </a:lstStyle>
          <a:p>
            <a:r>
              <a:rPr lang="en-US" noProof="0" dirty="0"/>
              <a:t>Icon Here</a:t>
            </a:r>
          </a:p>
        </p:txBody>
      </p:sp>
      <p:sp>
        <p:nvSpPr>
          <p:cNvPr id="25" name="Oval 24">
            <a:extLst>
              <a:ext uri="{FF2B5EF4-FFF2-40B4-BE49-F238E27FC236}">
                <a16:creationId xmlns:a16="http://schemas.microsoft.com/office/drawing/2014/main" id="{3F366940-FB5E-4B76-8829-80C14F137B3A}"/>
              </a:ext>
            </a:extLst>
          </p:cNvPr>
          <p:cNvSpPr/>
          <p:nvPr userDrawn="1"/>
        </p:nvSpPr>
        <p:spPr>
          <a:xfrm>
            <a:off x="10251394"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7"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9" name="Text Placeholder 2">
            <a:extLst>
              <a:ext uri="{FF2B5EF4-FFF2-40B4-BE49-F238E27FC236}">
                <a16:creationId xmlns:a16="http://schemas.microsoft.com/office/drawing/2014/main" id="{76F2CCF2-293A-49CA-B2A9-134BB5DEF98E}"/>
              </a:ext>
            </a:extLst>
          </p:cNvPr>
          <p:cNvSpPr>
            <a:spLocks noGrp="1"/>
          </p:cNvSpPr>
          <p:nvPr>
            <p:ph type="body" idx="20" hasCustomPrompt="1"/>
          </p:nvPr>
        </p:nvSpPr>
        <p:spPr>
          <a:xfrm>
            <a:off x="4080987" y="480157"/>
            <a:ext cx="6944562" cy="823912"/>
          </a:xfrm>
        </p:spPr>
        <p:txBody>
          <a:bodyPr lIns="0" tIns="0" rIns="0" bIns="0" anchor="ctr">
            <a:noAutofit/>
          </a:bodyPr>
          <a:lstStyle>
            <a:lvl1pPr marL="0" indent="0">
              <a:buNone/>
              <a:defRPr sz="2000" b="1">
                <a:solidFill>
                  <a:schemeClr val="tx1">
                    <a:lumMod val="50000"/>
                    <a:lumOff val="50000"/>
                  </a:schemeClr>
                </a:solidFill>
              </a:defRPr>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noProof="0"/>
              <a:t>Edit Master text styles</a:t>
            </a:r>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8"/>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Tree>
    <p:extLst>
      <p:ext uri="{BB962C8B-B14F-4D97-AF65-F5344CB8AC3E}">
        <p14:creationId xmlns:p14="http://schemas.microsoft.com/office/powerpoint/2010/main" val="3219051630"/>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alf Image Vertical Purpl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A7389277-B3D3-4AEE-8BE0-0559A7396981}"/>
              </a:ext>
            </a:extLst>
          </p:cNvPr>
          <p:cNvSpPr>
            <a:spLocks noGrp="1"/>
          </p:cNvSpPr>
          <p:nvPr>
            <p:ph type="pic" sz="quarter" idx="13"/>
          </p:nvPr>
        </p:nvSpPr>
        <p:spPr>
          <a:xfrm>
            <a:off x="5316490" y="0"/>
            <a:ext cx="6875511" cy="6858000"/>
          </a:xfrm>
          <a:solidFill>
            <a:schemeClr val="bg1">
              <a:lumMod val="85000"/>
            </a:schemeClr>
          </a:solidFill>
        </p:spPr>
        <p:txBody>
          <a:bodyPr anchor="ctr">
            <a:normAutofit/>
          </a:bodyPr>
          <a:lstStyle>
            <a:lvl1pPr marL="0" indent="0" algn="ctr">
              <a:buNone/>
              <a:defRPr sz="2000"/>
            </a:lvl1pPr>
          </a:lstStyle>
          <a:p>
            <a:r>
              <a:rPr lang="en-US" noProof="0"/>
              <a:t>Click icon to add picture</a:t>
            </a:r>
            <a:endParaRPr lang="en-US" noProof="0" dirty="0"/>
          </a:p>
        </p:txBody>
      </p:sp>
      <p:sp>
        <p:nvSpPr>
          <p:cNvPr id="4" name="Rectangle 3">
            <a:extLst>
              <a:ext uri="{FF2B5EF4-FFF2-40B4-BE49-F238E27FC236}">
                <a16:creationId xmlns:a16="http://schemas.microsoft.com/office/drawing/2014/main" id="{9536DA47-61AF-4CF1-8DF3-3721934D13E3}"/>
              </a:ext>
            </a:extLst>
          </p:cNvPr>
          <p:cNvSpPr/>
          <p:nvPr userDrawn="1"/>
        </p:nvSpPr>
        <p:spPr>
          <a:xfrm>
            <a:off x="1" y="3"/>
            <a:ext cx="5316489"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5" name="Rectangle 4">
            <a:extLst>
              <a:ext uri="{FF2B5EF4-FFF2-40B4-BE49-F238E27FC236}">
                <a16:creationId xmlns:a16="http://schemas.microsoft.com/office/drawing/2014/main" id="{056FD760-FBDC-4410-A039-469F7931D3A3}"/>
              </a:ext>
            </a:extLst>
          </p:cNvPr>
          <p:cNvSpPr/>
          <p:nvPr userDrawn="1"/>
        </p:nvSpPr>
        <p:spPr>
          <a:xfrm>
            <a:off x="831851" y="1723294"/>
            <a:ext cx="5307246" cy="3745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384653" y="1087910"/>
            <a:ext cx="4468699" cy="1444275"/>
          </a:xfrm>
        </p:spPr>
        <p:txBody>
          <a:bodyPr vert="horz" lIns="91440" tIns="792000" rIns="91440" bIns="45720" rtlCol="0" anchor="t">
            <a:noAutofit/>
          </a:bodyPr>
          <a:lstStyle>
            <a:lvl1pPr algn="l">
              <a:defRPr lang="en-IN" sz="3600" b="1" cap="all" baseline="0">
                <a:solidFill>
                  <a:schemeClr val="bg1"/>
                </a:solidFill>
              </a:defRPr>
            </a:lvl1pPr>
          </a:lstStyle>
          <a:p>
            <a:pPr lvl="0"/>
            <a:r>
              <a:rPr lang="en-US" noProof="0"/>
              <a:t>TITLE HERE</a:t>
            </a:r>
          </a:p>
        </p:txBody>
      </p:sp>
      <p:sp>
        <p:nvSpPr>
          <p:cNvPr id="3" name="Text Placeholder 2">
            <a:extLst>
              <a:ext uri="{FF2B5EF4-FFF2-40B4-BE49-F238E27FC236}">
                <a16:creationId xmlns:a16="http://schemas.microsoft.com/office/drawing/2014/main" id="{6E8BFC94-FFEC-4290-AC27-760323F21BA3}"/>
              </a:ext>
            </a:extLst>
          </p:cNvPr>
          <p:cNvSpPr>
            <a:spLocks noGrp="1"/>
          </p:cNvSpPr>
          <p:nvPr>
            <p:ph type="body" idx="1" hasCustomPrompt="1"/>
          </p:nvPr>
        </p:nvSpPr>
        <p:spPr>
          <a:xfrm>
            <a:off x="368713" y="2552614"/>
            <a:ext cx="4097778" cy="1992819"/>
          </a:xfrm>
        </p:spPr>
        <p:txBody>
          <a:bodyPr vert="horz" lIns="91440" tIns="45720" rIns="91440" bIns="45720" rtlCol="0">
            <a:noAutofit/>
          </a:bodyPr>
          <a:lstStyle>
            <a:lvl1pPr marL="0" indent="0" algn="l">
              <a:lnSpc>
                <a:spcPct val="100000"/>
              </a:lnSpc>
              <a:buNone/>
              <a:defRPr lang="en-US" sz="1800" b="0" cap="none" baseline="0" dirty="0" smtClean="0">
                <a:solidFill>
                  <a:schemeClr val="bg1"/>
                </a:solidFill>
              </a:defRPr>
            </a:lvl1pPr>
          </a:lstStyle>
          <a:p>
            <a:pPr marL="228591" lvl="0" indent="-228591"/>
            <a:r>
              <a:rPr lang="en-US" noProof="0"/>
              <a:t>Edit Master text styles</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454990" y="1620451"/>
            <a:ext cx="1488622"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Content Placeholder 16">
            <a:extLst>
              <a:ext uri="{FF2B5EF4-FFF2-40B4-BE49-F238E27FC236}">
                <a16:creationId xmlns:a16="http://schemas.microsoft.com/office/drawing/2014/main" id="{B34A1799-63F2-4B23-A188-7BAB23FB821F}"/>
              </a:ext>
            </a:extLst>
          </p:cNvPr>
          <p:cNvSpPr>
            <a:spLocks noGrp="1"/>
          </p:cNvSpPr>
          <p:nvPr>
            <p:ph sz="quarter" idx="14" hasCustomPrompt="1"/>
          </p:nvPr>
        </p:nvSpPr>
        <p:spPr>
          <a:xfrm>
            <a:off x="363417" y="6462716"/>
            <a:ext cx="2262187" cy="249237"/>
          </a:xfrm>
        </p:spPr>
        <p:txBody>
          <a:bodyPr>
            <a:noAutofit/>
          </a:bodyPr>
          <a:lstStyle>
            <a:lvl1pPr marL="0" indent="0">
              <a:buNone/>
              <a:defRPr sz="1400" b="1" cap="all" baseline="0">
                <a:solidFill>
                  <a:schemeClr val="bg1"/>
                </a:solidFill>
              </a:defRPr>
            </a:lvl1pPr>
            <a:lvl2pPr marL="457181" indent="0">
              <a:buNone/>
              <a:defRPr/>
            </a:lvl2pPr>
            <a:lvl3pPr marL="914361" indent="0">
              <a:buNone/>
              <a:defRPr/>
            </a:lvl3pPr>
            <a:lvl4pPr marL="1371543" indent="0">
              <a:buNone/>
              <a:defRPr/>
            </a:lvl4pPr>
            <a:lvl5pPr marL="1828724" indent="0">
              <a:buNone/>
              <a:defRPr/>
            </a:lvl5pPr>
          </a:lstStyle>
          <a:p>
            <a:pPr lvl="0"/>
            <a:r>
              <a:rPr lang="en-US" noProof="0"/>
              <a:t>Your company name</a:t>
            </a:r>
          </a:p>
        </p:txBody>
      </p:sp>
      <p:grpSp>
        <p:nvGrpSpPr>
          <p:cNvPr id="13" name="Group 12">
            <a:extLst>
              <a:ext uri="{FF2B5EF4-FFF2-40B4-BE49-F238E27FC236}">
                <a16:creationId xmlns:a16="http://schemas.microsoft.com/office/drawing/2014/main" id="{C5F2EA84-5150-479B-86D5-F4BAE1263488}"/>
              </a:ext>
            </a:extLst>
          </p:cNvPr>
          <p:cNvGrpSpPr/>
          <p:nvPr userDrawn="1"/>
        </p:nvGrpSpPr>
        <p:grpSpPr>
          <a:xfrm flipH="1">
            <a:off x="1130930" y="4803540"/>
            <a:ext cx="3616779" cy="3522776"/>
            <a:chOff x="2555621" y="3917613"/>
            <a:chExt cx="3616779" cy="3522776"/>
          </a:xfrm>
        </p:grpSpPr>
        <p:sp>
          <p:nvSpPr>
            <p:cNvPr id="15" name="Oval 14">
              <a:extLst>
                <a:ext uri="{FF2B5EF4-FFF2-40B4-BE49-F238E27FC236}">
                  <a16:creationId xmlns:a16="http://schemas.microsoft.com/office/drawing/2014/main" id="{C0699C4B-8D8E-47E2-A0C5-D71C25ABAC72}"/>
                </a:ext>
              </a:extLst>
            </p:cNvPr>
            <p:cNvSpPr/>
            <p:nvPr userDrawn="1"/>
          </p:nvSpPr>
          <p:spPr>
            <a:xfrm>
              <a:off x="2874028" y="4142017"/>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Oval 15">
              <a:extLst>
                <a:ext uri="{FF2B5EF4-FFF2-40B4-BE49-F238E27FC236}">
                  <a16:creationId xmlns:a16="http://schemas.microsoft.com/office/drawing/2014/main" id="{2F607AB9-31A7-4B79-9AFE-0DFDB792E20C}"/>
                </a:ext>
              </a:extLst>
            </p:cNvPr>
            <p:cNvSpPr/>
            <p:nvPr userDrawn="1"/>
          </p:nvSpPr>
          <p:spPr>
            <a:xfrm>
              <a:off x="2555621" y="3917613"/>
              <a:ext cx="1268186"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grpSp>
    </p:spTree>
    <p:extLst>
      <p:ext uri="{BB962C8B-B14F-4D97-AF65-F5344CB8AC3E}">
        <p14:creationId xmlns:p14="http://schemas.microsoft.com/office/powerpoint/2010/main" val="1941749301"/>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ABAC-B403-4354-A27F-4C38B08C1D3F}"/>
              </a:ext>
            </a:extLst>
          </p:cNvPr>
          <p:cNvSpPr>
            <a:spLocks noGrp="1"/>
          </p:cNvSpPr>
          <p:nvPr>
            <p:ph type="title" hasCustomPrompt="1"/>
          </p:nvPr>
        </p:nvSpPr>
        <p:spPr>
          <a:xfrm>
            <a:off x="4712885" y="2704122"/>
            <a:ext cx="6556249" cy="750278"/>
          </a:xfrm>
        </p:spPr>
        <p:txBody>
          <a:bodyPr/>
          <a:lstStyle>
            <a:lvl1pPr>
              <a:defRPr lang="en-US" sz="4800" b="1" kern="1200" cap="all" baseline="0" smtClean="0">
                <a:solidFill>
                  <a:schemeClr val="tx1"/>
                </a:solidFill>
                <a:latin typeface="+mn-lt"/>
                <a:ea typeface="+mn-ea"/>
                <a:cs typeface="+mn-cs"/>
              </a:defRPr>
            </a:lvl1pPr>
          </a:lstStyle>
          <a:p>
            <a:r>
              <a:rPr lang="en-US" noProof="0"/>
              <a:t>Thank You</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1" y="6356353"/>
            <a:ext cx="2743200" cy="365125"/>
          </a:xfrm>
          <a:prstGeom prst="rect">
            <a:avLst/>
          </a:prstGeom>
        </p:spPr>
        <p:txBody>
          <a:bodyPr/>
          <a:lstStyle/>
          <a:p>
            <a:fld id="{C1F93407-1483-4B80-86DE-DAE1D4D89093}" type="datetimeFigureOut">
              <a:rPr lang="en-US" noProof="0" smtClean="0"/>
              <a:t>28-Dec-21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3760408"/>
            <a:ext cx="148862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F0C7F772-E2DA-4B13-AC2E-28A0EE6D8465}"/>
              </a:ext>
            </a:extLst>
          </p:cNvPr>
          <p:cNvSpPr>
            <a:spLocks noGrp="1"/>
          </p:cNvSpPr>
          <p:nvPr>
            <p:ph type="pic" sz="quarter" idx="13"/>
          </p:nvPr>
        </p:nvSpPr>
        <p:spPr>
          <a:xfrm>
            <a:off x="2" y="1"/>
            <a:ext cx="4424363" cy="6858000"/>
          </a:xfrm>
          <a:solidFill>
            <a:schemeClr val="bg2"/>
          </a:solidFill>
        </p:spPr>
        <p:txBody>
          <a:bodyPr anchor="ctr"/>
          <a:lstStyle>
            <a:lvl1pPr marL="0" indent="0" algn="ctr">
              <a:buNone/>
              <a:defRPr/>
            </a:lvl1pPr>
          </a:lstStyle>
          <a:p>
            <a:r>
              <a:rPr lang="en-US" noProof="0"/>
              <a:t>Click icon to add picture</a:t>
            </a:r>
            <a:endParaRPr lang="en-US" noProof="0" dirty="0"/>
          </a:p>
        </p:txBody>
      </p:sp>
      <p:sp>
        <p:nvSpPr>
          <p:cNvPr id="15" name="Oval 14">
            <a:extLst>
              <a:ext uri="{FF2B5EF4-FFF2-40B4-BE49-F238E27FC236}">
                <a16:creationId xmlns:a16="http://schemas.microsoft.com/office/drawing/2014/main" id="{47953C80-71A5-4AA2-AEAD-21948D1AA6DC}"/>
              </a:ext>
            </a:extLst>
          </p:cNvPr>
          <p:cNvSpPr/>
          <p:nvPr userDrawn="1"/>
        </p:nvSpPr>
        <p:spPr>
          <a:xfrm>
            <a:off x="8621486" y="44087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80" y="4184310"/>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pic>
        <p:nvPicPr>
          <p:cNvPr id="23" name="Graphic 22" descr="Envelope">
            <a:extLst>
              <a:ext uri="{FF2B5EF4-FFF2-40B4-BE49-F238E27FC236}">
                <a16:creationId xmlns:a16="http://schemas.microsoft.com/office/drawing/2014/main" id="{3C32C7E5-809C-4E12-8962-1B868951E67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834804" y="4029040"/>
            <a:ext cx="469232" cy="469232"/>
          </a:xfrm>
          <a:prstGeom prst="rect">
            <a:avLst/>
          </a:prstGeom>
        </p:spPr>
      </p:pic>
      <p:sp>
        <p:nvSpPr>
          <p:cNvPr id="34" name="Subtitle 2">
            <a:extLst>
              <a:ext uri="{FF2B5EF4-FFF2-40B4-BE49-F238E27FC236}">
                <a16:creationId xmlns:a16="http://schemas.microsoft.com/office/drawing/2014/main" id="{31AD270F-1692-4526-B979-6B5945A20D90}"/>
              </a:ext>
            </a:extLst>
          </p:cNvPr>
          <p:cNvSpPr>
            <a:spLocks noGrp="1"/>
          </p:cNvSpPr>
          <p:nvPr>
            <p:ph type="subTitle" idx="1"/>
          </p:nvPr>
        </p:nvSpPr>
        <p:spPr>
          <a:xfrm>
            <a:off x="5406812" y="4126311"/>
            <a:ext cx="3640478" cy="433938"/>
          </a:xfrm>
        </p:spPr>
        <p:txBody>
          <a:bodyPr>
            <a:normAutofit/>
          </a:bodyPr>
          <a:lstStyle>
            <a:lvl1pPr marL="0" indent="0" algn="l">
              <a:buNone/>
              <a:defRPr sz="1800" b="0" cap="none" baseline="0"/>
            </a:lvl1pPr>
            <a:lvl2pPr marL="457181" indent="0" algn="ctr">
              <a:buNone/>
              <a:defRPr sz="2000"/>
            </a:lvl2pPr>
            <a:lvl3pPr marL="914361" indent="0" algn="ctr">
              <a:buNone/>
              <a:defRPr sz="1800"/>
            </a:lvl3pPr>
            <a:lvl4pPr marL="1371543" indent="0" algn="ctr">
              <a:buNone/>
              <a:defRPr sz="1600"/>
            </a:lvl4pPr>
            <a:lvl5pPr marL="1828724" indent="0" algn="ctr">
              <a:buNone/>
              <a:defRPr sz="1600"/>
            </a:lvl5pPr>
            <a:lvl6pPr marL="2285904" indent="0" algn="ctr">
              <a:buNone/>
              <a:defRPr sz="1600"/>
            </a:lvl6pPr>
            <a:lvl7pPr marL="2743085" indent="0" algn="ctr">
              <a:buNone/>
              <a:defRPr sz="1600"/>
            </a:lvl7pPr>
            <a:lvl8pPr marL="3200266" indent="0" algn="ctr">
              <a:buNone/>
              <a:defRPr sz="1600"/>
            </a:lvl8pPr>
            <a:lvl9pPr marL="3657447" indent="0" algn="ctr">
              <a:buNone/>
              <a:defRPr sz="1600"/>
            </a:lvl9pPr>
          </a:lstStyle>
          <a:p>
            <a:r>
              <a:rPr lang="en-US" noProof="0"/>
              <a:t>Click to edit Master subtitle style</a:t>
            </a:r>
          </a:p>
        </p:txBody>
      </p:sp>
      <p:sp>
        <p:nvSpPr>
          <p:cNvPr id="39" name="Content Placeholder 38">
            <a:extLst>
              <a:ext uri="{FF2B5EF4-FFF2-40B4-BE49-F238E27FC236}">
                <a16:creationId xmlns:a16="http://schemas.microsoft.com/office/drawing/2014/main" id="{382940E6-7963-411F-B35A-57121171A988}"/>
              </a:ext>
            </a:extLst>
          </p:cNvPr>
          <p:cNvSpPr>
            <a:spLocks noGrp="1"/>
          </p:cNvSpPr>
          <p:nvPr>
            <p:ph sz="quarter" idx="15" hasCustomPrompt="1"/>
          </p:nvPr>
        </p:nvSpPr>
        <p:spPr>
          <a:xfrm>
            <a:off x="5408615" y="4836222"/>
            <a:ext cx="3638674" cy="453938"/>
          </a:xfrm>
        </p:spPr>
        <p:txBody>
          <a:bodyPr vert="horz" lIns="91440" tIns="45720" rIns="91440" bIns="45720" rtlCol="0">
            <a:normAutofit/>
          </a:bodyPr>
          <a:lstStyle>
            <a:lvl1pPr marL="0" indent="0">
              <a:buNone/>
              <a:defRPr lang="en-US" sz="1800" b="0" cap="none" baseline="0" dirty="0" smtClean="0"/>
            </a:lvl1pPr>
            <a:lvl2pPr>
              <a:defRPr lang="en-US" sz="2000" dirty="0" smtClean="0"/>
            </a:lvl2pPr>
            <a:lvl3pPr>
              <a:defRPr lang="en-US" sz="1800" dirty="0" smtClean="0"/>
            </a:lvl3pPr>
            <a:lvl4pPr>
              <a:defRPr lang="en-US" sz="1600" dirty="0" smtClean="0"/>
            </a:lvl4pPr>
            <a:lvl5pPr>
              <a:defRPr lang="en-IN" sz="1600" dirty="0"/>
            </a:lvl5pPr>
          </a:lstStyle>
          <a:p>
            <a:pPr marL="228591" lvl="0" indent="-228591"/>
            <a:r>
              <a:rPr lang="en-US" noProof="0"/>
              <a:t>Edit Master text styles</a:t>
            </a:r>
          </a:p>
        </p:txBody>
      </p:sp>
      <p:grpSp>
        <p:nvGrpSpPr>
          <p:cNvPr id="20" name="Group 19">
            <a:extLst>
              <a:ext uri="{FF2B5EF4-FFF2-40B4-BE49-F238E27FC236}">
                <a16:creationId xmlns:a16="http://schemas.microsoft.com/office/drawing/2014/main" id="{1F8FC2D7-B114-3444-8684-995FC4D6D459}"/>
              </a:ext>
            </a:extLst>
          </p:cNvPr>
          <p:cNvGrpSpPr/>
          <p:nvPr userDrawn="1"/>
        </p:nvGrpSpPr>
        <p:grpSpPr>
          <a:xfrm>
            <a:off x="4793475" y="2475190"/>
            <a:ext cx="748798" cy="134113"/>
            <a:chOff x="4827813" y="2534636"/>
            <a:chExt cx="996651" cy="178504"/>
          </a:xfrm>
        </p:grpSpPr>
        <p:sp>
          <p:nvSpPr>
            <p:cNvPr id="21" name="Oval 20">
              <a:extLst>
                <a:ext uri="{FF2B5EF4-FFF2-40B4-BE49-F238E27FC236}">
                  <a16:creationId xmlns:a16="http://schemas.microsoft.com/office/drawing/2014/main" id="{CEE45073-ED8E-0544-85FA-9AF5A478417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2" name="Oval 21">
              <a:extLst>
                <a:ext uri="{FF2B5EF4-FFF2-40B4-BE49-F238E27FC236}">
                  <a16:creationId xmlns:a16="http://schemas.microsoft.com/office/drawing/2014/main" id="{B8BAF06E-A8A8-484C-8F6C-E42EDC46BBCB}"/>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4" name="Oval 23">
              <a:extLst>
                <a:ext uri="{FF2B5EF4-FFF2-40B4-BE49-F238E27FC236}">
                  <a16:creationId xmlns:a16="http://schemas.microsoft.com/office/drawing/2014/main" id="{586EB62D-13C7-6E43-9D98-B706D2B9ADDF}"/>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6" name="Oval 25">
              <a:extLst>
                <a:ext uri="{FF2B5EF4-FFF2-40B4-BE49-F238E27FC236}">
                  <a16:creationId xmlns:a16="http://schemas.microsoft.com/office/drawing/2014/main" id="{35CF3453-ED5A-024D-8815-C08EFA13D1A6}"/>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pic>
        <p:nvPicPr>
          <p:cNvPr id="3" name="Graphic 2" descr="Link">
            <a:extLst>
              <a:ext uri="{FF2B5EF4-FFF2-40B4-BE49-F238E27FC236}">
                <a16:creationId xmlns:a16="http://schemas.microsoft.com/office/drawing/2014/main" id="{16E3F5A0-978F-8D46-BBFB-19A7F7883D93}"/>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787155" y="4809680"/>
            <a:ext cx="542082" cy="542081"/>
          </a:xfrm>
          <a:prstGeom prst="rect">
            <a:avLst/>
          </a:prstGeom>
        </p:spPr>
      </p:pic>
    </p:spTree>
    <p:extLst>
      <p:ext uri="{BB962C8B-B14F-4D97-AF65-F5344CB8AC3E}">
        <p14:creationId xmlns:p14="http://schemas.microsoft.com/office/powerpoint/2010/main" val="348435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582E5-8FA2-4056-805F-EF36F7066893}"/>
              </a:ext>
            </a:extLst>
          </p:cNvPr>
          <p:cNvSpPr>
            <a:spLocks noGrp="1"/>
          </p:cNvSpPr>
          <p:nvPr>
            <p:ph type="ctrTitle" hasCustomPrompt="1"/>
          </p:nvPr>
        </p:nvSpPr>
        <p:spPr>
          <a:xfrm>
            <a:off x="4686302" y="2726875"/>
            <a:ext cx="7233557" cy="832077"/>
          </a:xfrm>
        </p:spPr>
        <p:txBody>
          <a:bodyPr anchor="b">
            <a:normAutofit/>
          </a:bodyPr>
          <a:lstStyle>
            <a:lvl1pPr algn="l">
              <a:defRPr sz="4800" b="1" cap="all" baseline="0">
                <a:solidFill>
                  <a:schemeClr val="tx1"/>
                </a:solidFill>
              </a:defRPr>
            </a:lvl1pPr>
          </a:lstStyle>
          <a:p>
            <a:r>
              <a:rPr lang="en-US" noProof="0"/>
              <a:t>Presentation title</a:t>
            </a:r>
          </a:p>
        </p:txBody>
      </p:sp>
      <p:sp>
        <p:nvSpPr>
          <p:cNvPr id="3" name="Subtitle 2">
            <a:extLst>
              <a:ext uri="{FF2B5EF4-FFF2-40B4-BE49-F238E27FC236}">
                <a16:creationId xmlns:a16="http://schemas.microsoft.com/office/drawing/2014/main" id="{1C085D6F-874B-44F8-B241-51EF13CA9C8B}"/>
              </a:ext>
            </a:extLst>
          </p:cNvPr>
          <p:cNvSpPr>
            <a:spLocks noGrp="1"/>
          </p:cNvSpPr>
          <p:nvPr>
            <p:ph type="subTitle" idx="1"/>
          </p:nvPr>
        </p:nvSpPr>
        <p:spPr>
          <a:xfrm>
            <a:off x="4686302" y="3569381"/>
            <a:ext cx="7233557" cy="365125"/>
          </a:xfrm>
        </p:spPr>
        <p:txBody>
          <a:bodyPr lIns="0">
            <a:normAutofit/>
          </a:bodyPr>
          <a:lstStyle>
            <a:lvl1pPr marL="0" indent="0" algn="l">
              <a:buNone/>
              <a:defRPr sz="1800" b="0" cap="all" baseline="0">
                <a:solidFill>
                  <a:schemeClr val="tx1"/>
                </a:solidFill>
              </a:defRPr>
            </a:lvl1pPr>
            <a:lvl2pPr marL="457181" indent="0" algn="ctr">
              <a:buNone/>
              <a:defRPr sz="2000"/>
            </a:lvl2pPr>
            <a:lvl3pPr marL="914361" indent="0" algn="ctr">
              <a:buNone/>
              <a:defRPr sz="1800"/>
            </a:lvl3pPr>
            <a:lvl4pPr marL="1371543" indent="0" algn="ctr">
              <a:buNone/>
              <a:defRPr sz="1600"/>
            </a:lvl4pPr>
            <a:lvl5pPr marL="1828724" indent="0" algn="ctr">
              <a:buNone/>
              <a:defRPr sz="1600"/>
            </a:lvl5pPr>
            <a:lvl6pPr marL="2285904" indent="0" algn="ctr">
              <a:buNone/>
              <a:defRPr sz="1600"/>
            </a:lvl6pPr>
            <a:lvl7pPr marL="2743085" indent="0" algn="ctr">
              <a:buNone/>
              <a:defRPr sz="1600"/>
            </a:lvl7pPr>
            <a:lvl8pPr marL="3200266" indent="0" algn="ctr">
              <a:buNone/>
              <a:defRPr sz="1600"/>
            </a:lvl8pPr>
            <a:lvl9pPr marL="3657447" indent="0" algn="ctr">
              <a:buNone/>
              <a:defRPr sz="1600"/>
            </a:lvl9pPr>
          </a:lstStyle>
          <a:p>
            <a:r>
              <a:rPr lang="en-US" noProof="0"/>
              <a:t>Click to edit Master subtitle style</a:t>
            </a:r>
          </a:p>
        </p:txBody>
      </p:sp>
      <p:sp>
        <p:nvSpPr>
          <p:cNvPr id="4" name="Date Placeholder 3">
            <a:extLst>
              <a:ext uri="{FF2B5EF4-FFF2-40B4-BE49-F238E27FC236}">
                <a16:creationId xmlns:a16="http://schemas.microsoft.com/office/drawing/2014/main" id="{ABDE5D2F-535D-4D7C-9BE1-84BFEC7A6547}"/>
              </a:ext>
            </a:extLst>
          </p:cNvPr>
          <p:cNvSpPr>
            <a:spLocks noGrp="1"/>
          </p:cNvSpPr>
          <p:nvPr>
            <p:ph type="dt" sz="half" idx="10"/>
          </p:nvPr>
        </p:nvSpPr>
        <p:spPr>
          <a:xfrm>
            <a:off x="838201" y="6356353"/>
            <a:ext cx="2743200" cy="365125"/>
          </a:xfrm>
          <a:prstGeom prst="rect">
            <a:avLst/>
          </a:prstGeom>
        </p:spPr>
        <p:txBody>
          <a:bodyPr/>
          <a:lstStyle/>
          <a:p>
            <a:fld id="{C1F93407-1483-4B80-86DE-DAE1D4D89093}" type="datetimeFigureOut">
              <a:rPr lang="en-US" noProof="0" smtClean="0"/>
              <a:t>28-Dec-21</a:t>
            </a:fld>
            <a:endParaRPr lang="en-US" noProof="0" dirty="0"/>
          </a:p>
        </p:txBody>
      </p:sp>
      <p:cxnSp>
        <p:nvCxnSpPr>
          <p:cNvPr id="7" name="Straight Connector 6">
            <a:extLst>
              <a:ext uri="{FF2B5EF4-FFF2-40B4-BE49-F238E27FC236}">
                <a16:creationId xmlns:a16="http://schemas.microsoft.com/office/drawing/2014/main" id="{64363625-95D4-4DF0-A1AA-D060728EC426}"/>
              </a:ext>
            </a:extLst>
          </p:cNvPr>
          <p:cNvCxnSpPr>
            <a:cxnSpLocks/>
          </p:cNvCxnSpPr>
          <p:nvPr userDrawn="1"/>
        </p:nvCxnSpPr>
        <p:spPr>
          <a:xfrm>
            <a:off x="4827813" y="4082142"/>
            <a:ext cx="148862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ECBCF8A4-C2B4-4945-8D79-C9D46B7FBECB}"/>
              </a:ext>
            </a:extLst>
          </p:cNvPr>
          <p:cNvGrpSpPr/>
          <p:nvPr userDrawn="1"/>
        </p:nvGrpSpPr>
        <p:grpSpPr>
          <a:xfrm>
            <a:off x="4793475" y="2475190"/>
            <a:ext cx="748798" cy="134113"/>
            <a:chOff x="4827813" y="2534636"/>
            <a:chExt cx="996651" cy="178504"/>
          </a:xfrm>
        </p:grpSpPr>
        <p:sp>
          <p:nvSpPr>
            <p:cNvPr id="9" name="Oval 8">
              <a:extLst>
                <a:ext uri="{FF2B5EF4-FFF2-40B4-BE49-F238E27FC236}">
                  <a16:creationId xmlns:a16="http://schemas.microsoft.com/office/drawing/2014/main" id="{479C2256-8A0F-4625-86F0-FB439F3EAD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0" name="Oval 9">
              <a:extLst>
                <a:ext uri="{FF2B5EF4-FFF2-40B4-BE49-F238E27FC236}">
                  <a16:creationId xmlns:a16="http://schemas.microsoft.com/office/drawing/2014/main" id="{253CF488-6D31-4B63-A3C6-C4D838C23FCE}"/>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1" name="Oval 10">
              <a:extLst>
                <a:ext uri="{FF2B5EF4-FFF2-40B4-BE49-F238E27FC236}">
                  <a16:creationId xmlns:a16="http://schemas.microsoft.com/office/drawing/2014/main" id="{E32985B6-7260-445A-A580-6993E0DEBFD9}"/>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12" name="Oval 11">
              <a:extLst>
                <a:ext uri="{FF2B5EF4-FFF2-40B4-BE49-F238E27FC236}">
                  <a16:creationId xmlns:a16="http://schemas.microsoft.com/office/drawing/2014/main" id="{3BC682E1-4E5D-4006-81EA-550DD98166E4}"/>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5" name="Oval 14">
            <a:extLst>
              <a:ext uri="{FF2B5EF4-FFF2-40B4-BE49-F238E27FC236}">
                <a16:creationId xmlns:a16="http://schemas.microsoft.com/office/drawing/2014/main" id="{47953C80-71A5-4AA2-AEAD-21948D1AA6DC}"/>
              </a:ext>
            </a:extLst>
          </p:cNvPr>
          <p:cNvSpPr/>
          <p:nvPr userDrawn="1"/>
        </p:nvSpPr>
        <p:spPr>
          <a:xfrm>
            <a:off x="8621486" y="4408715"/>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6" name="Oval 15">
            <a:extLst>
              <a:ext uri="{FF2B5EF4-FFF2-40B4-BE49-F238E27FC236}">
                <a16:creationId xmlns:a16="http://schemas.microsoft.com/office/drawing/2014/main" id="{9C4582D1-F710-4E2F-9868-CB89116D5932}"/>
              </a:ext>
            </a:extLst>
          </p:cNvPr>
          <p:cNvSpPr/>
          <p:nvPr userDrawn="1"/>
        </p:nvSpPr>
        <p:spPr>
          <a:xfrm>
            <a:off x="8303080" y="4184310"/>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7" name="Rectangle 16">
            <a:extLst>
              <a:ext uri="{FF2B5EF4-FFF2-40B4-BE49-F238E27FC236}">
                <a16:creationId xmlns:a16="http://schemas.microsoft.com/office/drawing/2014/main" id="{25F8A1A8-E078-4836-ABD1-CD4E75BBF58F}"/>
              </a:ext>
            </a:extLst>
          </p:cNvPr>
          <p:cNvSpPr/>
          <p:nvPr userDrawn="1"/>
        </p:nvSpPr>
        <p:spPr>
          <a:xfrm>
            <a:off x="2" y="3"/>
            <a:ext cx="4424363"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Tree>
    <p:extLst>
      <p:ext uri="{BB962C8B-B14F-4D97-AF65-F5344CB8AC3E}">
        <p14:creationId xmlns:p14="http://schemas.microsoft.com/office/powerpoint/2010/main" val="29617753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C89B828-B338-413C-B008-0A8566F4881D}"/>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1" name="Straight Connector 10">
            <a:extLst>
              <a:ext uri="{FF2B5EF4-FFF2-40B4-BE49-F238E27FC236}">
                <a16:creationId xmlns:a16="http://schemas.microsoft.com/office/drawing/2014/main" id="{8888A4FD-81F4-4588-9E6D-70E57577D8BF}"/>
              </a:ext>
            </a:extLst>
          </p:cNvPr>
          <p:cNvCxnSpPr>
            <a:cxnSpLocks/>
          </p:cNvCxnSpPr>
          <p:nvPr userDrawn="1"/>
        </p:nvCxnSpPr>
        <p:spPr>
          <a:xfrm>
            <a:off x="5679221" y="2286312"/>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4CF1D2ED-7B25-4251-BF07-47FBAA534810}"/>
              </a:ext>
            </a:extLst>
          </p:cNvPr>
          <p:cNvGrpSpPr/>
          <p:nvPr userDrawn="1"/>
        </p:nvGrpSpPr>
        <p:grpSpPr>
          <a:xfrm>
            <a:off x="11079788" y="421048"/>
            <a:ext cx="748798" cy="134113"/>
            <a:chOff x="4827813" y="2534636"/>
            <a:chExt cx="996651" cy="178504"/>
          </a:xfrm>
        </p:grpSpPr>
        <p:sp>
          <p:nvSpPr>
            <p:cNvPr id="13" name="Oval 12">
              <a:extLst>
                <a:ext uri="{FF2B5EF4-FFF2-40B4-BE49-F238E27FC236}">
                  <a16:creationId xmlns:a16="http://schemas.microsoft.com/office/drawing/2014/main" id="{E397537E-DF51-4990-9447-2DAE98ABC683}"/>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4" name="Oval 13">
              <a:extLst>
                <a:ext uri="{FF2B5EF4-FFF2-40B4-BE49-F238E27FC236}">
                  <a16:creationId xmlns:a16="http://schemas.microsoft.com/office/drawing/2014/main" id="{3E99CAB5-81F4-4EA8-8B36-4A70C59861FD}"/>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5" name="Oval 14">
              <a:extLst>
                <a:ext uri="{FF2B5EF4-FFF2-40B4-BE49-F238E27FC236}">
                  <a16:creationId xmlns:a16="http://schemas.microsoft.com/office/drawing/2014/main" id="{16AADF9A-A507-4453-8CE3-3F78BB303FA4}"/>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16" name="Oval 15">
              <a:extLst>
                <a:ext uri="{FF2B5EF4-FFF2-40B4-BE49-F238E27FC236}">
                  <a16:creationId xmlns:a16="http://schemas.microsoft.com/office/drawing/2014/main" id="{C33AA69F-C4B8-479C-9F0F-69C184D0611F}"/>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7" name="Oval 16">
            <a:extLst>
              <a:ext uri="{FF2B5EF4-FFF2-40B4-BE49-F238E27FC236}">
                <a16:creationId xmlns:a16="http://schemas.microsoft.com/office/drawing/2014/main" id="{8725921A-0ED5-431E-899C-28A6920B5029}"/>
              </a:ext>
            </a:extLst>
          </p:cNvPr>
          <p:cNvSpPr/>
          <p:nvPr userDrawn="1"/>
        </p:nvSpPr>
        <p:spPr>
          <a:xfrm>
            <a:off x="10039331" y="896816"/>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8" name="Oval 17">
            <a:extLst>
              <a:ext uri="{FF2B5EF4-FFF2-40B4-BE49-F238E27FC236}">
                <a16:creationId xmlns:a16="http://schemas.microsoft.com/office/drawing/2014/main" id="{EE8B169A-8A2F-4425-A9A1-1B828428B434}"/>
              </a:ext>
            </a:extLst>
          </p:cNvPr>
          <p:cNvSpPr/>
          <p:nvPr userDrawn="1"/>
        </p:nvSpPr>
        <p:spPr>
          <a:xfrm>
            <a:off x="9720925" y="672411"/>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cxnSp>
        <p:nvCxnSpPr>
          <p:cNvPr id="20" name="Straight Connector 19">
            <a:extLst>
              <a:ext uri="{FF2B5EF4-FFF2-40B4-BE49-F238E27FC236}">
                <a16:creationId xmlns:a16="http://schemas.microsoft.com/office/drawing/2014/main" id="{43B45974-F6C7-40D3-9399-E05FA19C565E}"/>
              </a:ext>
            </a:extLst>
          </p:cNvPr>
          <p:cNvCxnSpPr>
            <a:cxnSpLocks/>
          </p:cNvCxnSpPr>
          <p:nvPr userDrawn="1"/>
        </p:nvCxnSpPr>
        <p:spPr>
          <a:xfrm>
            <a:off x="7508021" y="2286312"/>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A55704E-D515-4774-90C6-5F887DDAE55E}"/>
              </a:ext>
            </a:extLst>
          </p:cNvPr>
          <p:cNvSpPr/>
          <p:nvPr userDrawn="1"/>
        </p:nvSpPr>
        <p:spPr>
          <a:xfrm>
            <a:off x="469044" y="1"/>
            <a:ext cx="5210176" cy="596106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cxnSp>
        <p:nvCxnSpPr>
          <p:cNvPr id="23" name="Straight Connector 22">
            <a:extLst>
              <a:ext uri="{FF2B5EF4-FFF2-40B4-BE49-F238E27FC236}">
                <a16:creationId xmlns:a16="http://schemas.microsoft.com/office/drawing/2014/main" id="{84878778-0299-471F-A4C9-D0C1E82ED8D2}"/>
              </a:ext>
            </a:extLst>
          </p:cNvPr>
          <p:cNvCxnSpPr>
            <a:cxnSpLocks/>
          </p:cNvCxnSpPr>
          <p:nvPr userDrawn="1"/>
        </p:nvCxnSpPr>
        <p:spPr>
          <a:xfrm>
            <a:off x="1001748" y="1290512"/>
            <a:ext cx="1488622"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4" name="Title 3">
            <a:extLst>
              <a:ext uri="{FF2B5EF4-FFF2-40B4-BE49-F238E27FC236}">
                <a16:creationId xmlns:a16="http://schemas.microsoft.com/office/drawing/2014/main" id="{E39D1C78-6110-4052-8455-7E7893F7FCD3}"/>
              </a:ext>
            </a:extLst>
          </p:cNvPr>
          <p:cNvSpPr>
            <a:spLocks noGrp="1"/>
          </p:cNvSpPr>
          <p:nvPr>
            <p:ph type="title"/>
          </p:nvPr>
        </p:nvSpPr>
        <p:spPr>
          <a:xfrm>
            <a:off x="915467" y="1276859"/>
            <a:ext cx="4097778" cy="1255325"/>
          </a:xfrm>
        </p:spPr>
        <p:txBody>
          <a:bodyPr/>
          <a:lstStyle>
            <a:lvl1pPr>
              <a:defRPr lang="en-US" sz="3600" b="1" kern="1200" cap="all" baseline="0" smtClean="0">
                <a:solidFill>
                  <a:schemeClr val="bg1"/>
                </a:solidFill>
                <a:latin typeface="+mj-lt"/>
                <a:ea typeface="+mj-ea"/>
                <a:cs typeface="+mj-cs"/>
              </a:defRPr>
            </a:lvl1pPr>
          </a:lstStyle>
          <a:p>
            <a:r>
              <a:rPr lang="en-US" noProof="0"/>
              <a:t>Click to edit Master title style</a:t>
            </a:r>
          </a:p>
        </p:txBody>
      </p:sp>
      <p:sp>
        <p:nvSpPr>
          <p:cNvPr id="24" name="Text Placeholder 2">
            <a:extLst>
              <a:ext uri="{FF2B5EF4-FFF2-40B4-BE49-F238E27FC236}">
                <a16:creationId xmlns:a16="http://schemas.microsoft.com/office/drawing/2014/main" id="{E3405997-7AE2-4C6E-8A7D-735F58A49D12}"/>
              </a:ext>
            </a:extLst>
          </p:cNvPr>
          <p:cNvSpPr>
            <a:spLocks noGrp="1"/>
          </p:cNvSpPr>
          <p:nvPr>
            <p:ph type="body" idx="1" hasCustomPrompt="1"/>
          </p:nvPr>
        </p:nvSpPr>
        <p:spPr>
          <a:xfrm>
            <a:off x="915468" y="2620654"/>
            <a:ext cx="4097778" cy="1933681"/>
          </a:xfrm>
        </p:spPr>
        <p:txBody>
          <a:bodyPr vert="horz" lIns="91440" tIns="45720" rIns="91440" bIns="45720" rtlCol="0">
            <a:noAutofit/>
          </a:bodyPr>
          <a:lstStyle>
            <a:lvl1pPr>
              <a:defRPr lang="en-US" b="0" cap="none" baseline="0">
                <a:solidFill>
                  <a:schemeClr val="bg1"/>
                </a:solidFill>
              </a:defRPr>
            </a:lvl1pPr>
          </a:lstStyle>
          <a:p>
            <a:pPr lvl="0">
              <a:lnSpc>
                <a:spcPct val="100000"/>
              </a:lnSpc>
              <a:buNone/>
            </a:pPr>
            <a:r>
              <a:rPr lang="en-US" noProof="0"/>
              <a:t>Edit Master text styles</a:t>
            </a:r>
          </a:p>
        </p:txBody>
      </p:sp>
    </p:spTree>
    <p:extLst>
      <p:ext uri="{BB962C8B-B14F-4D97-AF65-F5344CB8AC3E}">
        <p14:creationId xmlns:p14="http://schemas.microsoft.com/office/powerpoint/2010/main" val="293153372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3"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6" y="1452565"/>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3" y="1429122"/>
            <a:ext cx="9737557"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8"/>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5" name="Text Placeholder 2">
            <a:extLst>
              <a:ext uri="{FF2B5EF4-FFF2-40B4-BE49-F238E27FC236}">
                <a16:creationId xmlns:a16="http://schemas.microsoft.com/office/drawing/2014/main" id="{BE814D66-F00F-0D44-AD03-889FEE787EB6}"/>
              </a:ext>
            </a:extLst>
          </p:cNvPr>
          <p:cNvSpPr>
            <a:spLocks noGrp="1"/>
          </p:cNvSpPr>
          <p:nvPr>
            <p:ph idx="1" hasCustomPrompt="1"/>
          </p:nvPr>
        </p:nvSpPr>
        <p:spPr>
          <a:xfrm>
            <a:off x="363418"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F9B990C-5D9C-4A90-AC73-5889BC9F755C}"/>
              </a:ext>
            </a:extLst>
          </p:cNvPr>
          <p:cNvSpPr>
            <a:spLocks noGrp="1"/>
          </p:cNvSpPr>
          <p:nvPr>
            <p:ph type="title" hasCustomPrompt="1"/>
          </p:nvPr>
        </p:nvSpPr>
        <p:spPr/>
        <p:txBody>
          <a:bodyPr/>
          <a:lstStyle/>
          <a:p>
            <a:r>
              <a:rPr lang="en-US" noProof="0"/>
              <a:t>CLICK TO EDIT MASTER TITLE STYLE</a:t>
            </a:r>
          </a:p>
        </p:txBody>
      </p:sp>
      <p:sp>
        <p:nvSpPr>
          <p:cNvPr id="16" name="Oval 15">
            <a:extLst>
              <a:ext uri="{FF2B5EF4-FFF2-40B4-BE49-F238E27FC236}">
                <a16:creationId xmlns:a16="http://schemas.microsoft.com/office/drawing/2014/main" id="{44C85E5F-5B5E-48CC-8469-0263621D91FF}"/>
              </a:ext>
            </a:extLst>
          </p:cNvPr>
          <p:cNvSpPr/>
          <p:nvPr userDrawn="1"/>
        </p:nvSpPr>
        <p:spPr>
          <a:xfrm>
            <a:off x="4608160" y="471868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7" name="Oval 16">
            <a:extLst>
              <a:ext uri="{FF2B5EF4-FFF2-40B4-BE49-F238E27FC236}">
                <a16:creationId xmlns:a16="http://schemas.microsoft.com/office/drawing/2014/main" id="{7EE4E300-6C8E-4262-BE1D-587C7B70E7ED}"/>
              </a:ext>
            </a:extLst>
          </p:cNvPr>
          <p:cNvSpPr/>
          <p:nvPr userDrawn="1"/>
        </p:nvSpPr>
        <p:spPr>
          <a:xfrm>
            <a:off x="4289754" y="4494279"/>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Tree>
    <p:extLst>
      <p:ext uri="{BB962C8B-B14F-4D97-AF65-F5344CB8AC3E}">
        <p14:creationId xmlns:p14="http://schemas.microsoft.com/office/powerpoint/2010/main" val="3128970281"/>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8"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3"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6" y="1452565"/>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3" y="1429122"/>
            <a:ext cx="9737557"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8"/>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6" name="Content Placeholder 3">
            <a:extLst>
              <a:ext uri="{FF2B5EF4-FFF2-40B4-BE49-F238E27FC236}">
                <a16:creationId xmlns:a16="http://schemas.microsoft.com/office/drawing/2014/main" id="{6E22FA8C-3243-4716-A6BD-F37D6058FB43}"/>
              </a:ext>
            </a:extLst>
          </p:cNvPr>
          <p:cNvSpPr>
            <a:spLocks noGrp="1"/>
          </p:cNvSpPr>
          <p:nvPr>
            <p:ph sz="half" idx="2" hasCustomPrompt="1"/>
          </p:nvPr>
        </p:nvSpPr>
        <p:spPr>
          <a:xfrm>
            <a:off x="6347383" y="1825625"/>
            <a:ext cx="5481202"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Placeholder 2">
            <a:extLst>
              <a:ext uri="{FF2B5EF4-FFF2-40B4-BE49-F238E27FC236}">
                <a16:creationId xmlns:a16="http://schemas.microsoft.com/office/drawing/2014/main" id="{8ABE3FD8-339C-4F75-876F-8347ADE67E94}"/>
              </a:ext>
            </a:extLst>
          </p:cNvPr>
          <p:cNvSpPr>
            <a:spLocks noGrp="1"/>
          </p:cNvSpPr>
          <p:nvPr>
            <p:ph sz="half" idx="1" hasCustomPrompt="1"/>
          </p:nvPr>
        </p:nvSpPr>
        <p:spPr>
          <a:xfrm>
            <a:off x="363417" y="1825625"/>
            <a:ext cx="5481202" cy="435133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Oval 24">
            <a:extLst>
              <a:ext uri="{FF2B5EF4-FFF2-40B4-BE49-F238E27FC236}">
                <a16:creationId xmlns:a16="http://schemas.microsoft.com/office/drawing/2014/main" id="{E72FB389-5EA4-4084-B7A2-A4D0A43561F6}"/>
              </a:ext>
            </a:extLst>
          </p:cNvPr>
          <p:cNvSpPr/>
          <p:nvPr userDrawn="1"/>
        </p:nvSpPr>
        <p:spPr>
          <a:xfrm>
            <a:off x="4608160" y="471868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6" name="Oval 25">
            <a:extLst>
              <a:ext uri="{FF2B5EF4-FFF2-40B4-BE49-F238E27FC236}">
                <a16:creationId xmlns:a16="http://schemas.microsoft.com/office/drawing/2014/main" id="{F7783FE1-0115-4345-89B2-C073569FB8EE}"/>
              </a:ext>
            </a:extLst>
          </p:cNvPr>
          <p:cNvSpPr/>
          <p:nvPr userDrawn="1"/>
        </p:nvSpPr>
        <p:spPr>
          <a:xfrm>
            <a:off x="4289754" y="4494279"/>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Tree>
    <p:extLst>
      <p:ext uri="{BB962C8B-B14F-4D97-AF65-F5344CB8AC3E}">
        <p14:creationId xmlns:p14="http://schemas.microsoft.com/office/powerpoint/2010/main" val="127366146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8"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3"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6" y="1452565"/>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3" y="1429122"/>
            <a:ext cx="9737557"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8"/>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27" name="Text Placeholder 4">
            <a:extLst>
              <a:ext uri="{FF2B5EF4-FFF2-40B4-BE49-F238E27FC236}">
                <a16:creationId xmlns:a16="http://schemas.microsoft.com/office/drawing/2014/main" id="{9F73353B-C50B-4A8A-87CF-657C1EB8940F}"/>
              </a:ext>
            </a:extLst>
          </p:cNvPr>
          <p:cNvSpPr>
            <a:spLocks noGrp="1"/>
          </p:cNvSpPr>
          <p:nvPr>
            <p:ph type="body" sz="quarter" idx="3" hasCustomPrompt="1"/>
          </p:nvPr>
        </p:nvSpPr>
        <p:spPr>
          <a:xfrm>
            <a:off x="6347381" y="1681164"/>
            <a:ext cx="5481202"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noProof="0"/>
              <a:t>Edit Master text styles</a:t>
            </a:r>
          </a:p>
        </p:txBody>
      </p:sp>
      <p:sp>
        <p:nvSpPr>
          <p:cNvPr id="28" name="Content Placeholder 5">
            <a:extLst>
              <a:ext uri="{FF2B5EF4-FFF2-40B4-BE49-F238E27FC236}">
                <a16:creationId xmlns:a16="http://schemas.microsoft.com/office/drawing/2014/main" id="{5EFF7F5E-3221-4390-9B17-D1944365BF12}"/>
              </a:ext>
            </a:extLst>
          </p:cNvPr>
          <p:cNvSpPr>
            <a:spLocks noGrp="1"/>
          </p:cNvSpPr>
          <p:nvPr>
            <p:ph sz="quarter" idx="4" hasCustomPrompt="1"/>
          </p:nvPr>
        </p:nvSpPr>
        <p:spPr>
          <a:xfrm>
            <a:off x="6347381"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 name="Text Placeholder 2">
            <a:extLst>
              <a:ext uri="{FF2B5EF4-FFF2-40B4-BE49-F238E27FC236}">
                <a16:creationId xmlns:a16="http://schemas.microsoft.com/office/drawing/2014/main" id="{9506B516-77C1-431B-A8A5-68FA5D4B6D7E}"/>
              </a:ext>
            </a:extLst>
          </p:cNvPr>
          <p:cNvSpPr>
            <a:spLocks noGrp="1"/>
          </p:cNvSpPr>
          <p:nvPr>
            <p:ph type="body" idx="1" hasCustomPrompt="1"/>
          </p:nvPr>
        </p:nvSpPr>
        <p:spPr>
          <a:xfrm>
            <a:off x="363417" y="1681164"/>
            <a:ext cx="5481202" cy="823912"/>
          </a:xfrm>
        </p:spPr>
        <p:txBody>
          <a:bodyPr anchor="b"/>
          <a:lstStyle>
            <a:lvl1pPr marL="0" indent="0">
              <a:buNone/>
              <a:defRPr sz="2400" b="1"/>
            </a:lvl1pPr>
            <a:lvl2pPr marL="457181" indent="0">
              <a:buNone/>
              <a:defRPr sz="2000" b="1"/>
            </a:lvl2pPr>
            <a:lvl3pPr marL="914361" indent="0">
              <a:buNone/>
              <a:defRPr sz="1800" b="1"/>
            </a:lvl3pPr>
            <a:lvl4pPr marL="1371543" indent="0">
              <a:buNone/>
              <a:defRPr sz="1600" b="1"/>
            </a:lvl4pPr>
            <a:lvl5pPr marL="1828724" indent="0">
              <a:buNone/>
              <a:defRPr sz="1600" b="1"/>
            </a:lvl5pPr>
            <a:lvl6pPr marL="2285904" indent="0">
              <a:buNone/>
              <a:defRPr sz="1600" b="1"/>
            </a:lvl6pPr>
            <a:lvl7pPr marL="2743085" indent="0">
              <a:buNone/>
              <a:defRPr sz="1600" b="1"/>
            </a:lvl7pPr>
            <a:lvl8pPr marL="3200266" indent="0">
              <a:buNone/>
              <a:defRPr sz="1600" b="1"/>
            </a:lvl8pPr>
            <a:lvl9pPr marL="3657447" indent="0">
              <a:buNone/>
              <a:defRPr sz="1600" b="1"/>
            </a:lvl9pPr>
          </a:lstStyle>
          <a:p>
            <a:pPr lvl="0"/>
            <a:r>
              <a:rPr lang="en-US" noProof="0"/>
              <a:t>Edit Master text styles</a:t>
            </a:r>
          </a:p>
        </p:txBody>
      </p:sp>
      <p:sp>
        <p:nvSpPr>
          <p:cNvPr id="30" name="Content Placeholder 3">
            <a:extLst>
              <a:ext uri="{FF2B5EF4-FFF2-40B4-BE49-F238E27FC236}">
                <a16:creationId xmlns:a16="http://schemas.microsoft.com/office/drawing/2014/main" id="{860F1452-CAB9-4154-ADCC-9245E71D0D2C}"/>
              </a:ext>
            </a:extLst>
          </p:cNvPr>
          <p:cNvSpPr>
            <a:spLocks noGrp="1"/>
          </p:cNvSpPr>
          <p:nvPr>
            <p:ph sz="half" idx="2" hasCustomPrompt="1"/>
          </p:nvPr>
        </p:nvSpPr>
        <p:spPr>
          <a:xfrm>
            <a:off x="363417" y="2586215"/>
            <a:ext cx="5481202" cy="360344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 name="Oval 30">
            <a:extLst>
              <a:ext uri="{FF2B5EF4-FFF2-40B4-BE49-F238E27FC236}">
                <a16:creationId xmlns:a16="http://schemas.microsoft.com/office/drawing/2014/main" id="{12892DF4-5A8A-4E92-A425-210ABE570F58}"/>
              </a:ext>
            </a:extLst>
          </p:cNvPr>
          <p:cNvSpPr/>
          <p:nvPr userDrawn="1"/>
        </p:nvSpPr>
        <p:spPr>
          <a:xfrm>
            <a:off x="4608160" y="471868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2" name="Oval 31">
            <a:extLst>
              <a:ext uri="{FF2B5EF4-FFF2-40B4-BE49-F238E27FC236}">
                <a16:creationId xmlns:a16="http://schemas.microsoft.com/office/drawing/2014/main" id="{99AE2680-A46C-4B06-9ED9-53E617C1F174}"/>
              </a:ext>
            </a:extLst>
          </p:cNvPr>
          <p:cNvSpPr/>
          <p:nvPr userDrawn="1"/>
        </p:nvSpPr>
        <p:spPr>
          <a:xfrm>
            <a:off x="4289754" y="4494279"/>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Tree>
    <p:extLst>
      <p:ext uri="{BB962C8B-B14F-4D97-AF65-F5344CB8AC3E}">
        <p14:creationId xmlns:p14="http://schemas.microsoft.com/office/powerpoint/2010/main" val="3155278557"/>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E22-137C-4913-A29E-04F82EA87867}"/>
              </a:ext>
            </a:extLst>
          </p:cNvPr>
          <p:cNvSpPr>
            <a:spLocks noGrp="1"/>
          </p:cNvSpPr>
          <p:nvPr>
            <p:ph type="title" hasCustomPrompt="1"/>
          </p:nvPr>
        </p:nvSpPr>
        <p:spPr>
          <a:xfrm>
            <a:off x="831852" y="3794663"/>
            <a:ext cx="10515600" cy="823232"/>
          </a:xfrm>
        </p:spPr>
        <p:txBody>
          <a:bodyPr vert="horz" lIns="91440" tIns="45720" rIns="91440" bIns="45720" rtlCol="0" anchor="b">
            <a:noAutofit/>
          </a:bodyPr>
          <a:lstStyle>
            <a:lvl1pPr algn="ctr">
              <a:defRPr lang="en-IN" sz="3600" b="1" cap="all" baseline="0"/>
            </a:lvl1pPr>
          </a:lstStyle>
          <a:p>
            <a:pPr lvl="0"/>
            <a:r>
              <a:rPr lang="en-US" noProof="0"/>
              <a:t>TITLE HERE</a:t>
            </a:r>
          </a:p>
        </p:txBody>
      </p:sp>
      <p:sp>
        <p:nvSpPr>
          <p:cNvPr id="6" name="Slide Number Placeholder 5">
            <a:extLst>
              <a:ext uri="{FF2B5EF4-FFF2-40B4-BE49-F238E27FC236}">
                <a16:creationId xmlns:a16="http://schemas.microsoft.com/office/drawing/2014/main" id="{B44139FA-A83B-432B-9C7C-26634F4630E6}"/>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7" name="Straight Connector 6">
            <a:extLst>
              <a:ext uri="{FF2B5EF4-FFF2-40B4-BE49-F238E27FC236}">
                <a16:creationId xmlns:a16="http://schemas.microsoft.com/office/drawing/2014/main" id="{D93E40EC-FFAE-4BC0-932E-60CC9A1785C0}"/>
              </a:ext>
            </a:extLst>
          </p:cNvPr>
          <p:cNvCxnSpPr>
            <a:cxnSpLocks/>
          </p:cNvCxnSpPr>
          <p:nvPr userDrawn="1"/>
        </p:nvCxnSpPr>
        <p:spPr>
          <a:xfrm>
            <a:off x="5351691" y="3748188"/>
            <a:ext cx="1488622" cy="0"/>
          </a:xfrm>
          <a:prstGeom prst="line">
            <a:avLst/>
          </a:prstGeom>
          <a:ln w="139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65844635-8274-49B1-BBEC-354A0872E526}"/>
              </a:ext>
            </a:extLst>
          </p:cNvPr>
          <p:cNvGrpSpPr/>
          <p:nvPr userDrawn="1"/>
        </p:nvGrpSpPr>
        <p:grpSpPr>
          <a:xfrm>
            <a:off x="5721603" y="4594682"/>
            <a:ext cx="748798" cy="134113"/>
            <a:chOff x="4827813" y="2534636"/>
            <a:chExt cx="996651" cy="178504"/>
          </a:xfrm>
        </p:grpSpPr>
        <p:sp>
          <p:nvSpPr>
            <p:cNvPr id="19" name="Oval 18">
              <a:extLst>
                <a:ext uri="{FF2B5EF4-FFF2-40B4-BE49-F238E27FC236}">
                  <a16:creationId xmlns:a16="http://schemas.microsoft.com/office/drawing/2014/main" id="{9754643C-5B30-4FC2-BFAC-4FD007AC9EC7}"/>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0" name="Oval 19">
              <a:extLst>
                <a:ext uri="{FF2B5EF4-FFF2-40B4-BE49-F238E27FC236}">
                  <a16:creationId xmlns:a16="http://schemas.microsoft.com/office/drawing/2014/main" id="{23FDDB55-6BA5-4489-9E37-4A76254A5CD7}"/>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Oval 20">
              <a:extLst>
                <a:ext uri="{FF2B5EF4-FFF2-40B4-BE49-F238E27FC236}">
                  <a16:creationId xmlns:a16="http://schemas.microsoft.com/office/drawing/2014/main" id="{DA023CF8-2471-40A5-B2EF-E9BF4DF2C0E1}"/>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2" name="Oval 21">
              <a:extLst>
                <a:ext uri="{FF2B5EF4-FFF2-40B4-BE49-F238E27FC236}">
                  <a16:creationId xmlns:a16="http://schemas.microsoft.com/office/drawing/2014/main" id="{F9B0428F-5D1A-4CD3-BDA2-9CA7F5141455}"/>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3" name="Text Placeholder 3">
            <a:extLst>
              <a:ext uri="{FF2B5EF4-FFF2-40B4-BE49-F238E27FC236}">
                <a16:creationId xmlns:a16="http://schemas.microsoft.com/office/drawing/2014/main" id="{86E0573A-023B-4D1C-8224-56A5D0DDF379}"/>
              </a:ext>
            </a:extLst>
          </p:cNvPr>
          <p:cNvSpPr>
            <a:spLocks noGrp="1"/>
          </p:cNvSpPr>
          <p:nvPr>
            <p:ph type="body" sz="half" idx="2" hasCustomPrompt="1"/>
          </p:nvPr>
        </p:nvSpPr>
        <p:spPr>
          <a:xfrm>
            <a:off x="839789" y="4839682"/>
            <a:ext cx="10507662" cy="1305379"/>
          </a:xfrm>
        </p:spPr>
        <p:txBody>
          <a:bodyPr vert="horz" lIns="91440" tIns="45720" rIns="91440" bIns="45720" rtlCol="0">
            <a:noAutofit/>
          </a:bodyPr>
          <a:lstStyle>
            <a:lvl1pPr marL="0" indent="0" algn="ctr">
              <a:buNone/>
              <a:defRPr lang="en-US" b="0" cap="none" baseline="0"/>
            </a:lvl1pPr>
          </a:lstStyle>
          <a:p>
            <a:pPr marL="228591" lvl="0" indent="-228591" algn="ctr">
              <a:lnSpc>
                <a:spcPct val="100000"/>
              </a:lnSpc>
            </a:pPr>
            <a:r>
              <a:rPr lang="en-US" noProof="0"/>
              <a:t>Edit Master text styles</a:t>
            </a:r>
          </a:p>
        </p:txBody>
      </p:sp>
      <p:sp>
        <p:nvSpPr>
          <p:cNvPr id="15" name="Picture Placeholder 2">
            <a:extLst>
              <a:ext uri="{FF2B5EF4-FFF2-40B4-BE49-F238E27FC236}">
                <a16:creationId xmlns:a16="http://schemas.microsoft.com/office/drawing/2014/main" id="{12087456-C0E8-4AA6-81E8-996CEC037E57}"/>
              </a:ext>
            </a:extLst>
          </p:cNvPr>
          <p:cNvSpPr>
            <a:spLocks noGrp="1"/>
          </p:cNvSpPr>
          <p:nvPr>
            <p:ph type="pic" idx="1"/>
          </p:nvPr>
        </p:nvSpPr>
        <p:spPr>
          <a:xfrm>
            <a:off x="0" y="4"/>
            <a:ext cx="12192000" cy="3713017"/>
          </a:xfrm>
          <a:solidFill>
            <a:schemeClr val="bg1">
              <a:lumMod val="85000"/>
            </a:schemeClr>
          </a:solidFill>
        </p:spPr>
        <p:txBody>
          <a:bodyPr vert="horz" lIns="91440" tIns="45720" rIns="91440" bIns="45720" rtlCol="0" anchor="ctr">
            <a:normAutofit/>
          </a:bodyPr>
          <a:lstStyle>
            <a:lvl1pPr>
              <a:defRPr lang="en-US" sz="2000" dirty="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1821192149"/>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hasCustomPrompt="1"/>
          </p:nvPr>
        </p:nvSpPr>
        <p:spPr>
          <a:xfrm>
            <a:off x="363417" y="246186"/>
            <a:ext cx="3206261" cy="1037492"/>
          </a:xfrm>
        </p:spPr>
        <p:txBody>
          <a:bodyPr lIns="0" tIns="0" rIns="0" bIns="0" anchor="b">
            <a:noAutofit/>
          </a:bodyPr>
          <a:lstStyle>
            <a:lvl1pPr>
              <a:defRPr sz="3200" b="1" cap="all" baseline="0"/>
            </a:lvl1pPr>
          </a:lstStyle>
          <a:p>
            <a:r>
              <a:rPr lang="en-US" noProof="0"/>
              <a:t>Title here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6" name="Group 5">
            <a:extLst>
              <a:ext uri="{FF2B5EF4-FFF2-40B4-BE49-F238E27FC236}">
                <a16:creationId xmlns:a16="http://schemas.microsoft.com/office/drawing/2014/main" id="{A6A27954-3A0E-430B-AD48-05A3F3278D70}"/>
              </a:ext>
            </a:extLst>
          </p:cNvPr>
          <p:cNvGrpSpPr/>
          <p:nvPr userDrawn="1"/>
        </p:nvGrpSpPr>
        <p:grpSpPr>
          <a:xfrm>
            <a:off x="-24055" y="1452567"/>
            <a:ext cx="3385227" cy="134113"/>
            <a:chOff x="-24055" y="1452565"/>
            <a:chExt cx="2374534" cy="0"/>
          </a:xfrm>
        </p:grpSpPr>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5"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5" y="1452565"/>
              <a:ext cx="545734"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25" name="Oval 24">
            <a:extLst>
              <a:ext uri="{FF2B5EF4-FFF2-40B4-BE49-F238E27FC236}">
                <a16:creationId xmlns:a16="http://schemas.microsoft.com/office/drawing/2014/main" id="{3F366940-FB5E-4B76-8829-80C14F137B3A}"/>
              </a:ext>
            </a:extLst>
          </p:cNvPr>
          <p:cNvSpPr/>
          <p:nvPr userDrawn="1"/>
        </p:nvSpPr>
        <p:spPr>
          <a:xfrm>
            <a:off x="10251394" y="555158"/>
            <a:ext cx="3298372" cy="3298372"/>
          </a:xfrm>
          <a:prstGeom prst="ellipse">
            <a:avLst/>
          </a:prstGeom>
          <a:noFill/>
          <a:ln w="31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6" name="Oval 25">
            <a:extLst>
              <a:ext uri="{FF2B5EF4-FFF2-40B4-BE49-F238E27FC236}">
                <a16:creationId xmlns:a16="http://schemas.microsoft.com/office/drawing/2014/main" id="{75486FFB-46EF-4E74-BFFF-7ED054DB0D9C}"/>
              </a:ext>
            </a:extLst>
          </p:cNvPr>
          <p:cNvSpPr/>
          <p:nvPr userDrawn="1"/>
        </p:nvSpPr>
        <p:spPr>
          <a:xfrm>
            <a:off x="9932986" y="330754"/>
            <a:ext cx="1268187" cy="1268186"/>
          </a:xfrm>
          <a:prstGeom prst="ellipse">
            <a:avLst/>
          </a:prstGeom>
          <a:noFill/>
          <a:ln w="31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grpSp>
        <p:nvGrpSpPr>
          <p:cNvPr id="27" name="Group 26">
            <a:extLst>
              <a:ext uri="{FF2B5EF4-FFF2-40B4-BE49-F238E27FC236}">
                <a16:creationId xmlns:a16="http://schemas.microsoft.com/office/drawing/2014/main" id="{6D35CCD2-B73F-944C-B572-7FBFC7DE22E4}"/>
              </a:ext>
            </a:extLst>
          </p:cNvPr>
          <p:cNvGrpSpPr/>
          <p:nvPr userDrawn="1"/>
        </p:nvGrpSpPr>
        <p:grpSpPr>
          <a:xfrm>
            <a:off x="363416" y="421048"/>
            <a:ext cx="748798" cy="134113"/>
            <a:chOff x="4827813" y="2534636"/>
            <a:chExt cx="996651" cy="178504"/>
          </a:xfrm>
        </p:grpSpPr>
        <p:sp>
          <p:nvSpPr>
            <p:cNvPr id="28" name="Oval 27">
              <a:extLst>
                <a:ext uri="{FF2B5EF4-FFF2-40B4-BE49-F238E27FC236}">
                  <a16:creationId xmlns:a16="http://schemas.microsoft.com/office/drawing/2014/main" id="{9D8F78D8-558F-3540-A5F4-B1AD8942B341}"/>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5" name="Oval 34">
              <a:extLst>
                <a:ext uri="{FF2B5EF4-FFF2-40B4-BE49-F238E27FC236}">
                  <a16:creationId xmlns:a16="http://schemas.microsoft.com/office/drawing/2014/main" id="{3F8F621A-F298-2B48-B7E0-8D9BEE8AA763}"/>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36" name="Oval 35">
              <a:extLst>
                <a:ext uri="{FF2B5EF4-FFF2-40B4-BE49-F238E27FC236}">
                  <a16:creationId xmlns:a16="http://schemas.microsoft.com/office/drawing/2014/main" id="{C17A3A3B-82AE-0A46-AE32-9B111F975BDB}"/>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37" name="Oval 36">
              <a:extLst>
                <a:ext uri="{FF2B5EF4-FFF2-40B4-BE49-F238E27FC236}">
                  <a16:creationId xmlns:a16="http://schemas.microsoft.com/office/drawing/2014/main" id="{DF206CE3-6B94-C340-8BA3-A2A4E407E499}"/>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30" name="Text Placeholder 3">
            <a:extLst>
              <a:ext uri="{FF2B5EF4-FFF2-40B4-BE49-F238E27FC236}">
                <a16:creationId xmlns:a16="http://schemas.microsoft.com/office/drawing/2014/main" id="{1B247C0B-04BA-4D5C-A41D-AEA60217241B}"/>
              </a:ext>
            </a:extLst>
          </p:cNvPr>
          <p:cNvSpPr>
            <a:spLocks noGrp="1"/>
          </p:cNvSpPr>
          <p:nvPr>
            <p:ph type="body" sz="half" idx="2" hasCustomPrompt="1"/>
          </p:nvPr>
        </p:nvSpPr>
        <p:spPr>
          <a:xfrm>
            <a:off x="363417" y="2057400"/>
            <a:ext cx="3206261" cy="3811588"/>
          </a:xfrm>
        </p:spPr>
        <p:txBody>
          <a:bodyPr/>
          <a:lstStyle>
            <a:lvl1pPr marL="0" indent="0">
              <a:buNone/>
              <a:defRPr sz="1600"/>
            </a:lvl1pPr>
            <a:lvl2pPr marL="457181" indent="0">
              <a:buNone/>
              <a:defRPr sz="1400"/>
            </a:lvl2pPr>
            <a:lvl3pPr marL="914361" indent="0">
              <a:buNone/>
              <a:defRPr sz="1200"/>
            </a:lvl3pPr>
            <a:lvl4pPr marL="1371543" indent="0">
              <a:buNone/>
              <a:defRPr sz="1000"/>
            </a:lvl4pPr>
            <a:lvl5pPr marL="1828724" indent="0">
              <a:buNone/>
              <a:defRPr sz="1000"/>
            </a:lvl5pPr>
            <a:lvl6pPr marL="2285904" indent="0">
              <a:buNone/>
              <a:defRPr sz="1000"/>
            </a:lvl6pPr>
            <a:lvl7pPr marL="2743085" indent="0">
              <a:buNone/>
              <a:defRPr sz="1000"/>
            </a:lvl7pPr>
            <a:lvl8pPr marL="3200266" indent="0">
              <a:buNone/>
              <a:defRPr sz="1000"/>
            </a:lvl8pPr>
            <a:lvl9pPr marL="3657447" indent="0">
              <a:buNone/>
              <a:defRPr sz="1000"/>
            </a:lvl9pPr>
          </a:lstStyle>
          <a:p>
            <a:pPr lvl="0"/>
            <a:r>
              <a:rPr lang="en-US" noProof="0"/>
              <a:t>Edit Master text styles</a:t>
            </a:r>
          </a:p>
        </p:txBody>
      </p:sp>
      <p:sp>
        <p:nvSpPr>
          <p:cNvPr id="31" name="Content Placeholder 2">
            <a:extLst>
              <a:ext uri="{FF2B5EF4-FFF2-40B4-BE49-F238E27FC236}">
                <a16:creationId xmlns:a16="http://schemas.microsoft.com/office/drawing/2014/main" id="{194C619D-34F6-4A29-857A-D76007218728}"/>
              </a:ext>
            </a:extLst>
          </p:cNvPr>
          <p:cNvSpPr>
            <a:spLocks noGrp="1"/>
          </p:cNvSpPr>
          <p:nvPr>
            <p:ph idx="1" hasCustomPrompt="1"/>
          </p:nvPr>
        </p:nvSpPr>
        <p:spPr>
          <a:xfrm>
            <a:off x="3888086" y="246188"/>
            <a:ext cx="7467305" cy="561486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695175903"/>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237E7-A574-47D2-9624-D12F47560519}"/>
              </a:ext>
            </a:extLst>
          </p:cNvPr>
          <p:cNvSpPr>
            <a:spLocks noGrp="1"/>
          </p:cNvSpPr>
          <p:nvPr>
            <p:ph type="title"/>
          </p:nvPr>
        </p:nvSpPr>
        <p:spPr>
          <a:xfrm>
            <a:off x="363418" y="246186"/>
            <a:ext cx="11465168" cy="1037492"/>
          </a:xfrm>
        </p:spPr>
        <p:txBody>
          <a:bodyPr lIns="0" tIns="0" rIns="0" bIns="0" anchor="b">
            <a:noAutofit/>
          </a:bodyPr>
          <a:lstStyle>
            <a:lvl1pPr>
              <a:defRPr sz="3200" b="1" cap="all" baseline="0"/>
            </a:lvl1pPr>
          </a:lstStyle>
          <a:p>
            <a:r>
              <a:rPr lang="en-US" noProof="0"/>
              <a:t>Click to edit Master title style</a:t>
            </a:r>
          </a:p>
        </p:txBody>
      </p:sp>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cxnSp>
        <p:nvCxnSpPr>
          <p:cNvPr id="12" name="Straight Connector 11">
            <a:extLst>
              <a:ext uri="{FF2B5EF4-FFF2-40B4-BE49-F238E27FC236}">
                <a16:creationId xmlns:a16="http://schemas.microsoft.com/office/drawing/2014/main" id="{D9C089FD-3BC7-434F-810A-04F78AFC84D2}"/>
              </a:ext>
            </a:extLst>
          </p:cNvPr>
          <p:cNvCxnSpPr>
            <a:cxnSpLocks/>
          </p:cNvCxnSpPr>
          <p:nvPr userDrawn="1"/>
        </p:nvCxnSpPr>
        <p:spPr>
          <a:xfrm>
            <a:off x="-24053" y="1452565"/>
            <a:ext cx="1717831"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F7AC837-D78F-424C-9FDC-C3A445A5E0B6}"/>
              </a:ext>
            </a:extLst>
          </p:cNvPr>
          <p:cNvCxnSpPr>
            <a:cxnSpLocks/>
          </p:cNvCxnSpPr>
          <p:nvPr userDrawn="1"/>
        </p:nvCxnSpPr>
        <p:spPr>
          <a:xfrm>
            <a:off x="1804746" y="1452565"/>
            <a:ext cx="54573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831C4EF-58CF-4AEC-9F81-CB38D946A457}"/>
              </a:ext>
            </a:extLst>
          </p:cNvPr>
          <p:cNvCxnSpPr>
            <a:cxnSpLocks/>
          </p:cNvCxnSpPr>
          <p:nvPr userDrawn="1"/>
        </p:nvCxnSpPr>
        <p:spPr>
          <a:xfrm flipV="1">
            <a:off x="2454443" y="1429122"/>
            <a:ext cx="9737557" cy="15383"/>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Group 18">
            <a:extLst>
              <a:ext uri="{FF2B5EF4-FFF2-40B4-BE49-F238E27FC236}">
                <a16:creationId xmlns:a16="http://schemas.microsoft.com/office/drawing/2014/main" id="{EC7CCE55-AF4E-4245-BFBC-DEC36E1D4A47}"/>
              </a:ext>
            </a:extLst>
          </p:cNvPr>
          <p:cNvGrpSpPr/>
          <p:nvPr userDrawn="1"/>
        </p:nvGrpSpPr>
        <p:grpSpPr>
          <a:xfrm>
            <a:off x="363416" y="421048"/>
            <a:ext cx="748798" cy="134113"/>
            <a:chOff x="4827813" y="2534636"/>
            <a:chExt cx="996651" cy="178504"/>
          </a:xfrm>
        </p:grpSpPr>
        <p:sp>
          <p:nvSpPr>
            <p:cNvPr id="20" name="Oval 19">
              <a:extLst>
                <a:ext uri="{FF2B5EF4-FFF2-40B4-BE49-F238E27FC236}">
                  <a16:creationId xmlns:a16="http://schemas.microsoft.com/office/drawing/2014/main" id="{A13A9D50-C6EA-F04C-BB84-891959D759F9}"/>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1" name="Oval 20">
              <a:extLst>
                <a:ext uri="{FF2B5EF4-FFF2-40B4-BE49-F238E27FC236}">
                  <a16:creationId xmlns:a16="http://schemas.microsoft.com/office/drawing/2014/main" id="{2790B908-BCFE-FA4B-B5E3-36C62E088DE9}"/>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23" name="Oval 22">
              <a:extLst>
                <a:ext uri="{FF2B5EF4-FFF2-40B4-BE49-F238E27FC236}">
                  <a16:creationId xmlns:a16="http://schemas.microsoft.com/office/drawing/2014/main" id="{C96D4A9D-D054-044B-8920-BE06A68ED267}"/>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24" name="Oval 23">
              <a:extLst>
                <a:ext uri="{FF2B5EF4-FFF2-40B4-BE49-F238E27FC236}">
                  <a16:creationId xmlns:a16="http://schemas.microsoft.com/office/drawing/2014/main" id="{843643B7-9DFD-8C46-881C-69B3D67CA91A}"/>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
        <p:nvSpPr>
          <p:cNvPr id="13" name="Oval 12">
            <a:extLst>
              <a:ext uri="{FF2B5EF4-FFF2-40B4-BE49-F238E27FC236}">
                <a16:creationId xmlns:a16="http://schemas.microsoft.com/office/drawing/2014/main" id="{82D9D565-739D-4898-97BD-79EB8C7F91EC}"/>
              </a:ext>
            </a:extLst>
          </p:cNvPr>
          <p:cNvSpPr/>
          <p:nvPr userDrawn="1"/>
        </p:nvSpPr>
        <p:spPr>
          <a:xfrm>
            <a:off x="4608160" y="4718684"/>
            <a:ext cx="3298372" cy="3298372"/>
          </a:xfrm>
          <a:prstGeom prst="ellipse">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14" name="Oval 13">
            <a:extLst>
              <a:ext uri="{FF2B5EF4-FFF2-40B4-BE49-F238E27FC236}">
                <a16:creationId xmlns:a16="http://schemas.microsoft.com/office/drawing/2014/main" id="{620FADA3-E777-489C-976D-0B0C4FD31310}"/>
              </a:ext>
            </a:extLst>
          </p:cNvPr>
          <p:cNvSpPr/>
          <p:nvPr userDrawn="1"/>
        </p:nvSpPr>
        <p:spPr>
          <a:xfrm>
            <a:off x="4289754" y="4494279"/>
            <a:ext cx="1268187" cy="1268186"/>
          </a:xfrm>
          <a:prstGeom prst="ellipse">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Tree>
    <p:extLst>
      <p:ext uri="{BB962C8B-B14F-4D97-AF65-F5344CB8AC3E}">
        <p14:creationId xmlns:p14="http://schemas.microsoft.com/office/powerpoint/2010/main" val="2436514738"/>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9564622-96D9-48C4-BB60-87F3F7C8E122}"/>
              </a:ext>
            </a:extLst>
          </p:cNvPr>
          <p:cNvSpPr>
            <a:spLocks noGrp="1"/>
          </p:cNvSpPr>
          <p:nvPr>
            <p:ph type="sldNum" sz="quarter" idx="12"/>
          </p:nvPr>
        </p:nvSpPr>
        <p:spPr>
          <a:xfrm>
            <a:off x="9085385" y="6463210"/>
            <a:ext cx="2743200" cy="249385"/>
          </a:xfrm>
        </p:spPr>
        <p:txBody>
          <a:bodyPr/>
          <a:lstStyle>
            <a:lvl1pPr algn="r">
              <a:defRPr sz="900">
                <a:solidFill>
                  <a:schemeClr val="accent3"/>
                </a:solidFill>
              </a:defRPr>
            </a:lvl1pPr>
          </a:lstStyle>
          <a:p>
            <a:fld id="{48BB047D-A6CD-43AB-96F0-683C726B586B}" type="slidenum">
              <a:rPr lang="en-US" noProof="0" smtClean="0"/>
              <a:pPr/>
              <a:t>‹#›</a:t>
            </a:fld>
            <a:endParaRPr lang="en-US" noProof="0" dirty="0"/>
          </a:p>
        </p:txBody>
      </p:sp>
      <p:grpSp>
        <p:nvGrpSpPr>
          <p:cNvPr id="4" name="Group 3">
            <a:extLst>
              <a:ext uri="{FF2B5EF4-FFF2-40B4-BE49-F238E27FC236}">
                <a16:creationId xmlns:a16="http://schemas.microsoft.com/office/drawing/2014/main" id="{8DCE8039-0D05-4A75-878A-907B8D44B9E7}"/>
              </a:ext>
            </a:extLst>
          </p:cNvPr>
          <p:cNvGrpSpPr/>
          <p:nvPr userDrawn="1"/>
        </p:nvGrpSpPr>
        <p:grpSpPr>
          <a:xfrm>
            <a:off x="363416" y="421048"/>
            <a:ext cx="748798" cy="134113"/>
            <a:chOff x="4827813" y="2534636"/>
            <a:chExt cx="996651" cy="178504"/>
          </a:xfrm>
        </p:grpSpPr>
        <p:sp>
          <p:nvSpPr>
            <p:cNvPr id="5" name="Oval 4">
              <a:extLst>
                <a:ext uri="{FF2B5EF4-FFF2-40B4-BE49-F238E27FC236}">
                  <a16:creationId xmlns:a16="http://schemas.microsoft.com/office/drawing/2014/main" id="{C1402252-45E8-45B3-BA5E-DFA33A45474E}"/>
                </a:ext>
              </a:extLst>
            </p:cNvPr>
            <p:cNvSpPr/>
            <p:nvPr/>
          </p:nvSpPr>
          <p:spPr>
            <a:xfrm>
              <a:off x="4827813" y="2534636"/>
              <a:ext cx="178504" cy="17850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6" name="Oval 5">
              <a:extLst>
                <a:ext uri="{FF2B5EF4-FFF2-40B4-BE49-F238E27FC236}">
                  <a16:creationId xmlns:a16="http://schemas.microsoft.com/office/drawing/2014/main" id="{1300C883-1ACE-4AF3-9875-792A769588D5}"/>
                </a:ext>
              </a:extLst>
            </p:cNvPr>
            <p:cNvSpPr/>
            <p:nvPr/>
          </p:nvSpPr>
          <p:spPr>
            <a:xfrm>
              <a:off x="5092508" y="2534636"/>
              <a:ext cx="178504" cy="178504"/>
            </a:xfrm>
            <a:prstGeom prst="ellipse">
              <a:avLst/>
            </a:prstGeom>
            <a:solidFill>
              <a:schemeClr val="accent4">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noProof="0" dirty="0"/>
            </a:p>
          </p:txBody>
        </p:sp>
        <p:sp>
          <p:nvSpPr>
            <p:cNvPr id="7" name="Oval 6">
              <a:extLst>
                <a:ext uri="{FF2B5EF4-FFF2-40B4-BE49-F238E27FC236}">
                  <a16:creationId xmlns:a16="http://schemas.microsoft.com/office/drawing/2014/main" id="{E75483D7-E612-43D2-9B0E-C69356C160DA}"/>
                </a:ext>
              </a:extLst>
            </p:cNvPr>
            <p:cNvSpPr/>
            <p:nvPr/>
          </p:nvSpPr>
          <p:spPr>
            <a:xfrm>
              <a:off x="5369234" y="2534636"/>
              <a:ext cx="178504" cy="178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sp>
          <p:nvSpPr>
            <p:cNvPr id="8" name="Oval 7">
              <a:extLst>
                <a:ext uri="{FF2B5EF4-FFF2-40B4-BE49-F238E27FC236}">
                  <a16:creationId xmlns:a16="http://schemas.microsoft.com/office/drawing/2014/main" id="{F279C5F2-4C7F-4470-A44F-E8AD69AC9FA0}"/>
                </a:ext>
              </a:extLst>
            </p:cNvPr>
            <p:cNvSpPr/>
            <p:nvPr/>
          </p:nvSpPr>
          <p:spPr>
            <a:xfrm>
              <a:off x="5645960" y="2534636"/>
              <a:ext cx="178504" cy="17850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800" noProof="0" dirty="0"/>
            </a:p>
          </p:txBody>
        </p:sp>
      </p:grpSp>
    </p:spTree>
    <p:extLst>
      <p:ext uri="{BB962C8B-B14F-4D97-AF65-F5344CB8AC3E}">
        <p14:creationId xmlns:p14="http://schemas.microsoft.com/office/powerpoint/2010/main" val="387506116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0D79E1-5F46-41CA-85E7-44C2A6C62820}"/>
              </a:ext>
            </a:extLst>
          </p:cNvPr>
          <p:cNvSpPr>
            <a:spLocks noGrp="1"/>
          </p:cNvSpPr>
          <p:nvPr>
            <p:ph type="title"/>
          </p:nvPr>
        </p:nvSpPr>
        <p:spPr>
          <a:xfrm>
            <a:off x="363418" y="365128"/>
            <a:ext cx="11465168" cy="918553"/>
          </a:xfrm>
          <a:prstGeom prst="rect">
            <a:avLst/>
          </a:prstGeom>
        </p:spPr>
        <p:txBody>
          <a:bodyPr vert="horz" lIns="0" tIns="0" rIns="0" bIns="0" rtlCol="0" anchor="b">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7B0B511-05FD-459E-AC79-A87540961FC1}"/>
              </a:ext>
            </a:extLst>
          </p:cNvPr>
          <p:cNvSpPr>
            <a:spLocks noGrp="1"/>
          </p:cNvSpPr>
          <p:nvPr>
            <p:ph type="body" idx="1"/>
          </p:nvPr>
        </p:nvSpPr>
        <p:spPr>
          <a:xfrm>
            <a:off x="363418" y="1825625"/>
            <a:ext cx="11465168" cy="4351338"/>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a:extLst>
              <a:ext uri="{FF2B5EF4-FFF2-40B4-BE49-F238E27FC236}">
                <a16:creationId xmlns:a16="http://schemas.microsoft.com/office/drawing/2014/main" id="{FC32B635-1E22-483C-94B9-F587908DE634}"/>
              </a:ext>
            </a:extLst>
          </p:cNvPr>
          <p:cNvSpPr>
            <a:spLocks noGrp="1"/>
          </p:cNvSpPr>
          <p:nvPr>
            <p:ph type="ftr" sz="quarter" idx="3"/>
          </p:nvPr>
        </p:nvSpPr>
        <p:spPr>
          <a:xfrm>
            <a:off x="4038602"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6" name="Slide Number Placeholder 5">
            <a:extLst>
              <a:ext uri="{FF2B5EF4-FFF2-40B4-BE49-F238E27FC236}">
                <a16:creationId xmlns:a16="http://schemas.microsoft.com/office/drawing/2014/main" id="{6DB98321-594C-4030-A2B0-3492F77EE03E}"/>
              </a:ext>
            </a:extLst>
          </p:cNvPr>
          <p:cNvSpPr>
            <a:spLocks noGrp="1"/>
          </p:cNvSpPr>
          <p:nvPr>
            <p:ph type="sldNum" sz="quarter" idx="4"/>
          </p:nvPr>
        </p:nvSpPr>
        <p:spPr>
          <a:xfrm>
            <a:off x="9085385" y="6463207"/>
            <a:ext cx="2743200" cy="258268"/>
          </a:xfrm>
          <a:prstGeom prst="rect">
            <a:avLst/>
          </a:prstGeom>
        </p:spPr>
        <p:txBody>
          <a:bodyPr vert="horz" lIns="91440" tIns="45720" rIns="91440" bIns="45720" rtlCol="0" anchor="ctr"/>
          <a:lstStyle>
            <a:lvl1pPr algn="r">
              <a:defRPr sz="900">
                <a:solidFill>
                  <a:schemeClr val="accent3"/>
                </a:solidFill>
              </a:defRPr>
            </a:lvl1pPr>
          </a:lstStyle>
          <a:p>
            <a:fld id="{48BB047D-A6CD-43AB-96F0-683C726B586B}" type="slidenum">
              <a:rPr lang="en-US" noProof="0" smtClean="0"/>
              <a:pPr/>
              <a:t>‹#›</a:t>
            </a:fld>
            <a:endParaRPr lang="en-US" noProof="0" dirty="0"/>
          </a:p>
        </p:txBody>
      </p:sp>
    </p:spTree>
    <p:extLst>
      <p:ext uri="{BB962C8B-B14F-4D97-AF65-F5344CB8AC3E}">
        <p14:creationId xmlns:p14="http://schemas.microsoft.com/office/powerpoint/2010/main" val="2053652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 id="2147483651" r:id="rId4"/>
    <p:sldLayoutId id="2147483662" r:id="rId5"/>
    <p:sldLayoutId id="2147483660" r:id="rId6"/>
    <p:sldLayoutId id="2147483663" r:id="rId7"/>
    <p:sldLayoutId id="2147483667" r:id="rId8"/>
    <p:sldLayoutId id="2147483668" r:id="rId9"/>
    <p:sldLayoutId id="2147483666" r:id="rId10"/>
    <p:sldLayoutId id="2147483669" r:id="rId11"/>
    <p:sldLayoutId id="2147483670" r:id="rId12"/>
    <p:sldLayoutId id="2147483671" r:id="rId13"/>
    <p:sldLayoutId id="2147483672" r:id="rId14"/>
    <p:sldLayoutId id="2147483664" r:id="rId15"/>
    <p:sldLayoutId id="2147483665" r:id="rId16"/>
  </p:sldLayoutIdLst>
  <p:txStyles>
    <p:titleStyle>
      <a:lvl1pPr algn="l" defTabSz="914361"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591" indent="-228591" algn="l" defTabSz="914361"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772" indent="-228591" algn="l" defTabSz="914361"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2952" indent="-228591" algn="l" defTabSz="914361"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133" indent="-228591" algn="l" defTabSz="914361"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314" indent="-228591" algn="l" defTabSz="914361"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495"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1" rtl="0" eaLnBrk="1" latinLnBrk="0" hangingPunct="1">
        <a:defRPr sz="1800" kern="1200">
          <a:solidFill>
            <a:schemeClr val="tx1"/>
          </a:solidFill>
          <a:latin typeface="+mn-lt"/>
          <a:ea typeface="+mn-ea"/>
          <a:cs typeface="+mn-cs"/>
        </a:defRPr>
      </a:lvl1pPr>
      <a:lvl2pPr marL="457181" algn="l" defTabSz="914361" rtl="0" eaLnBrk="1" latinLnBrk="0" hangingPunct="1">
        <a:defRPr sz="1800" kern="1200">
          <a:solidFill>
            <a:schemeClr val="tx1"/>
          </a:solidFill>
          <a:latin typeface="+mn-lt"/>
          <a:ea typeface="+mn-ea"/>
          <a:cs typeface="+mn-cs"/>
        </a:defRPr>
      </a:lvl2pPr>
      <a:lvl3pPr marL="914361" algn="l" defTabSz="914361" rtl="0" eaLnBrk="1" latinLnBrk="0" hangingPunct="1">
        <a:defRPr sz="1800" kern="1200">
          <a:solidFill>
            <a:schemeClr val="tx1"/>
          </a:solidFill>
          <a:latin typeface="+mn-lt"/>
          <a:ea typeface="+mn-ea"/>
          <a:cs typeface="+mn-cs"/>
        </a:defRPr>
      </a:lvl3pPr>
      <a:lvl4pPr marL="1371543" algn="l" defTabSz="914361" rtl="0" eaLnBrk="1" latinLnBrk="0" hangingPunct="1">
        <a:defRPr sz="1800" kern="1200">
          <a:solidFill>
            <a:schemeClr val="tx1"/>
          </a:solidFill>
          <a:latin typeface="+mn-lt"/>
          <a:ea typeface="+mn-ea"/>
          <a:cs typeface="+mn-cs"/>
        </a:defRPr>
      </a:lvl4pPr>
      <a:lvl5pPr marL="1828724" algn="l" defTabSz="914361" rtl="0" eaLnBrk="1" latinLnBrk="0" hangingPunct="1">
        <a:defRPr sz="1800" kern="1200">
          <a:solidFill>
            <a:schemeClr val="tx1"/>
          </a:solidFill>
          <a:latin typeface="+mn-lt"/>
          <a:ea typeface="+mn-ea"/>
          <a:cs typeface="+mn-cs"/>
        </a:defRPr>
      </a:lvl5pPr>
      <a:lvl6pPr marL="2285904" algn="l" defTabSz="914361" rtl="0" eaLnBrk="1" latinLnBrk="0" hangingPunct="1">
        <a:defRPr sz="1800" kern="1200">
          <a:solidFill>
            <a:schemeClr val="tx1"/>
          </a:solidFill>
          <a:latin typeface="+mn-lt"/>
          <a:ea typeface="+mn-ea"/>
          <a:cs typeface="+mn-cs"/>
        </a:defRPr>
      </a:lvl6pPr>
      <a:lvl7pPr marL="2743085" algn="l" defTabSz="914361" rtl="0" eaLnBrk="1" latinLnBrk="0" hangingPunct="1">
        <a:defRPr sz="1800" kern="1200">
          <a:solidFill>
            <a:schemeClr val="tx1"/>
          </a:solidFill>
          <a:latin typeface="+mn-lt"/>
          <a:ea typeface="+mn-ea"/>
          <a:cs typeface="+mn-cs"/>
        </a:defRPr>
      </a:lvl7pPr>
      <a:lvl8pPr marL="3200266" algn="l" defTabSz="914361" rtl="0" eaLnBrk="1" latinLnBrk="0" hangingPunct="1">
        <a:defRPr sz="1800" kern="1200">
          <a:solidFill>
            <a:schemeClr val="tx1"/>
          </a:solidFill>
          <a:latin typeface="+mn-lt"/>
          <a:ea typeface="+mn-ea"/>
          <a:cs typeface="+mn-cs"/>
        </a:defRPr>
      </a:lvl8pPr>
      <a:lvl9pPr marL="3657447" algn="l" defTabSz="914361"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0.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hyperlink" Target="http://machineryequipmentonline.com/electric-equipment/audio-and-video-systems-television-controls/" TargetMode="Externa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2.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359CD-8DFF-4AF2-B957-630ED2A60E8D}"/>
              </a:ext>
            </a:extLst>
          </p:cNvPr>
          <p:cNvSpPr>
            <a:spLocks noGrp="1"/>
          </p:cNvSpPr>
          <p:nvPr>
            <p:ph type="ctrTitle"/>
          </p:nvPr>
        </p:nvSpPr>
        <p:spPr>
          <a:xfrm>
            <a:off x="4686303" y="2971572"/>
            <a:ext cx="5320585" cy="943607"/>
          </a:xfrm>
        </p:spPr>
        <p:txBody>
          <a:bodyPr>
            <a:noAutofit/>
          </a:bodyPr>
          <a:lstStyle/>
          <a:p>
            <a:r>
              <a:rPr lang="en-US" sz="1400" dirty="0">
                <a:solidFill>
                  <a:srgbClr val="7030A0"/>
                </a:solidFill>
              </a:rPr>
              <a:t>LECTURE SIX:</a:t>
            </a:r>
            <a:br>
              <a:rPr lang="en-US" sz="3200" dirty="0"/>
            </a:br>
            <a:r>
              <a:rPr lang="en-US" sz="3200" dirty="0"/>
              <a:t>Monochrome transmitter</a:t>
            </a:r>
            <a:br>
              <a:rPr lang="en-US" sz="3200" dirty="0"/>
            </a:br>
            <a:r>
              <a:rPr lang="en-US" sz="3200" dirty="0"/>
              <a:t>and receiver</a:t>
            </a:r>
            <a:endParaRPr lang="en-IN" sz="3200" dirty="0"/>
          </a:p>
        </p:txBody>
      </p:sp>
      <p:sp>
        <p:nvSpPr>
          <p:cNvPr id="8" name="Rectangle 7"/>
          <p:cNvSpPr/>
          <p:nvPr/>
        </p:nvSpPr>
        <p:spPr>
          <a:xfrm>
            <a:off x="4864991" y="211260"/>
            <a:ext cx="6876178" cy="769441"/>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91440" tIns="45720" rIns="91440" bIns="45720">
            <a:spAutoFit/>
          </a:bodyPr>
          <a:lstStyle/>
          <a:p>
            <a:pPr algn="ctr"/>
            <a:r>
              <a:rPr lang="en-US" sz="4400" b="1" dirty="0">
                <a:ln w="10160">
                  <a:solidFill>
                    <a:schemeClr val="accent5"/>
                  </a:solidFill>
                  <a:prstDash val="solid"/>
                </a:ln>
                <a:solidFill>
                  <a:schemeClr val="accent5"/>
                </a:solidFill>
                <a:effectLst>
                  <a:outerShdw blurRad="38100" dist="22860" dir="5400000" algn="tl" rotWithShape="0">
                    <a:srgbClr val="000000">
                      <a:alpha val="30000"/>
                    </a:srgbClr>
                  </a:outerShdw>
                </a:effectLst>
              </a:rPr>
              <a:t>ET 8105 – Television Systems</a:t>
            </a:r>
          </a:p>
        </p:txBody>
      </p:sp>
      <p:pic>
        <p:nvPicPr>
          <p:cNvPr id="5" name="Picture Placeholder 6"/>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2469" r="12469"/>
          <a:stretch>
            <a:fillRect/>
          </a:stretch>
        </p:blipFill>
        <p:spPr>
          <a:xfrm>
            <a:off x="0" y="1"/>
            <a:ext cx="4424363" cy="6858000"/>
          </a:xfrm>
        </p:spPr>
      </p:pic>
    </p:spTree>
    <p:extLst>
      <p:ext uri="{BB962C8B-B14F-4D97-AF65-F5344CB8AC3E}">
        <p14:creationId xmlns:p14="http://schemas.microsoft.com/office/powerpoint/2010/main" val="206440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Monochrome TV system does not process variations of colour in a picture but processes only the intensity of brightness of each pixel (as seen by the eye) for transmission in space. </a:t>
            </a:r>
          </a:p>
          <a:p>
            <a:pPr algn="just"/>
            <a:r>
              <a:rPr lang="en-US" sz="2800" dirty="0">
                <a:latin typeface="Palatino Linotype" panose="02040502050505030304" pitchFamily="18" charset="0"/>
              </a:rPr>
              <a:t>The picture is the monochrome picture tube in a receiver. </a:t>
            </a:r>
          </a:p>
        </p:txBody>
      </p:sp>
      <p:sp>
        <p:nvSpPr>
          <p:cNvPr id="4" name="Title 3"/>
          <p:cNvSpPr>
            <a:spLocks noGrp="1"/>
          </p:cNvSpPr>
          <p:nvPr>
            <p:ph type="title"/>
          </p:nvPr>
        </p:nvSpPr>
        <p:spPr/>
        <p:txBody>
          <a:bodyPr>
            <a:normAutofit/>
          </a:bodyPr>
          <a:lstStyle/>
          <a:p>
            <a:r>
              <a:rPr lang="en-US" sz="3600">
                <a:latin typeface="Palatino Linotype" panose="02040502050505030304" pitchFamily="18" charset="0"/>
              </a:rPr>
              <a:t>Introduction</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4189987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416" y="2989386"/>
            <a:ext cx="11465168" cy="1037492"/>
          </a:xfrm>
        </p:spPr>
        <p:txBody>
          <a:bodyPr/>
          <a:lstStyle/>
          <a:p>
            <a:pPr algn="ctr"/>
            <a:r>
              <a:rPr lang="en-US" sz="4000" dirty="0">
                <a:latin typeface="Palatino Linotype" panose="02040502050505030304" pitchFamily="18" charset="0"/>
              </a:rPr>
              <a:t>MONOCHROME TV TRANSMITTER</a:t>
            </a:r>
          </a:p>
        </p:txBody>
      </p:sp>
      <p:sp>
        <p:nvSpPr>
          <p:cNvPr id="3" name="Slide Number Placeholder 2"/>
          <p:cNvSpPr>
            <a:spLocks noGrp="1"/>
          </p:cNvSpPr>
          <p:nvPr>
            <p:ph type="sldNum" sz="quarter" idx="12"/>
          </p:nvPr>
        </p:nvSpPr>
        <p:spPr/>
        <p:txBody>
          <a:bodyPr/>
          <a:lstStyle/>
          <a:p>
            <a:fld id="{48BB047D-A6CD-43AB-96F0-683C726B586B}" type="slidenum">
              <a:rPr lang="en-US" noProof="0" smtClean="0"/>
              <a:pPr/>
              <a:t>3</a:t>
            </a:fld>
            <a:endParaRPr lang="en-US" noProof="0" dirty="0"/>
          </a:p>
        </p:txBody>
      </p:sp>
    </p:spTree>
    <p:extLst>
      <p:ext uri="{BB962C8B-B14F-4D97-AF65-F5344CB8AC3E}">
        <p14:creationId xmlns:p14="http://schemas.microsoft.com/office/powerpoint/2010/main" val="2207209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main essential blocks of a radio transmitter are a radio frequency carrier generator, baseband signal transducer and a modulator. </a:t>
            </a:r>
          </a:p>
          <a:p>
            <a:pPr algn="just"/>
            <a:r>
              <a:rPr lang="en-US" sz="2800" dirty="0">
                <a:latin typeface="Palatino Linotype" panose="02040502050505030304" pitchFamily="18" charset="0"/>
              </a:rPr>
              <a:t>A radio frequency carrier, of the desired power and required frequency is generated and is modulated by the duly amplified baseband signal. </a:t>
            </a:r>
          </a:p>
          <a:p>
            <a:pPr algn="just"/>
            <a:r>
              <a:rPr lang="en-US" sz="2800" dirty="0">
                <a:latin typeface="Palatino Linotype" panose="02040502050505030304" pitchFamily="18" charset="0"/>
              </a:rPr>
              <a:t>As a TV </a:t>
            </a:r>
            <a:r>
              <a:rPr lang="en-US" sz="2800" dirty="0" err="1">
                <a:latin typeface="Palatino Linotype" panose="02040502050505030304" pitchFamily="18" charset="0"/>
              </a:rPr>
              <a:t>programme</a:t>
            </a:r>
            <a:r>
              <a:rPr lang="en-US" sz="2800" dirty="0">
                <a:latin typeface="Palatino Linotype" panose="02040502050505030304" pitchFamily="18" charset="0"/>
              </a:rPr>
              <a:t> consists of two basebands (light and sound), signals pertaining to both modulate separate carriers, which are transmitted through a common antenna. </a:t>
            </a:r>
          </a:p>
          <a:p>
            <a:pPr algn="just"/>
            <a:r>
              <a:rPr lang="en-US" sz="2800" dirty="0">
                <a:latin typeface="Palatino Linotype" panose="02040502050505030304" pitchFamily="18" charset="0"/>
              </a:rPr>
              <a:t>The basic elements of a monochrome transmission system are outlined in the next block diagram.</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Monochrome TV </a:t>
            </a:r>
            <a:r>
              <a:rPr lang="en-US" sz="3600" dirty="0" err="1">
                <a:latin typeface="Palatino Linotype" panose="02040502050505030304" pitchFamily="18" charset="0"/>
              </a:rPr>
              <a:t>Tranmitter</a:t>
            </a:r>
            <a:endParaRPr lang="en-US" sz="3600" dirty="0">
              <a:latin typeface="Palatino Linotype" panose="02040502050505030304" pitchFamily="18" charset="0"/>
            </a:endParaRPr>
          </a:p>
        </p:txBody>
      </p:sp>
    </p:spTree>
    <p:extLst>
      <p:ext uri="{BB962C8B-B14F-4D97-AF65-F5344CB8AC3E}">
        <p14:creationId xmlns:p14="http://schemas.microsoft.com/office/powerpoint/2010/main" val="2277923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5</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447049" y="389473"/>
            <a:ext cx="9795141" cy="5450216"/>
          </a:xfrm>
          <a:prstGeom prst="rect">
            <a:avLst/>
          </a:prstGeom>
        </p:spPr>
      </p:pic>
      <p:sp>
        <p:nvSpPr>
          <p:cNvPr id="4" name="Rectangle 3"/>
          <p:cNvSpPr/>
          <p:nvPr/>
        </p:nvSpPr>
        <p:spPr>
          <a:xfrm>
            <a:off x="2778070" y="6093878"/>
            <a:ext cx="6675225" cy="461665"/>
          </a:xfrm>
          <a:prstGeom prst="rect">
            <a:avLst/>
          </a:prstGeom>
          <a:solidFill>
            <a:schemeClr val="accent1">
              <a:lumMod val="40000"/>
              <a:lumOff val="60000"/>
            </a:schemeClr>
          </a:solidFill>
        </p:spPr>
        <p:txBody>
          <a:bodyPr wrap="none">
            <a:spAutoFit/>
          </a:bodyPr>
          <a:lstStyle/>
          <a:p>
            <a:r>
              <a:rPr lang="en-US" sz="2400" b="1" dirty="0">
                <a:latin typeface="Palatino Linotype" panose="02040502050505030304" pitchFamily="18" charset="0"/>
              </a:rPr>
              <a:t>Block diagram of monochrome TV transmitter</a:t>
            </a:r>
          </a:p>
        </p:txBody>
      </p:sp>
    </p:spTree>
    <p:extLst>
      <p:ext uri="{BB962C8B-B14F-4D97-AF65-F5344CB8AC3E}">
        <p14:creationId xmlns:p14="http://schemas.microsoft.com/office/powerpoint/2010/main" val="41977312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6</a:t>
            </a:fld>
            <a:endParaRPr lang="en-US" noProof="0" dirty="0"/>
          </a:p>
        </p:txBody>
      </p:sp>
      <p:sp>
        <p:nvSpPr>
          <p:cNvPr id="3" name="Content Placeholder 2"/>
          <p:cNvSpPr>
            <a:spLocks noGrp="1"/>
          </p:cNvSpPr>
          <p:nvPr>
            <p:ph idx="1"/>
          </p:nvPr>
        </p:nvSpPr>
        <p:spPr/>
        <p:txBody>
          <a:bodyPr>
            <a:normAutofit/>
          </a:bodyPr>
          <a:lstStyle/>
          <a:p>
            <a:pPr algn="just"/>
            <a:r>
              <a:rPr lang="en-US" sz="2800" b="1" dirty="0">
                <a:solidFill>
                  <a:srgbClr val="C00000"/>
                </a:solidFill>
                <a:latin typeface="Palatino Linotype" panose="02040502050505030304" pitchFamily="18" charset="0"/>
              </a:rPr>
              <a:t>Camera Tube - </a:t>
            </a:r>
            <a:r>
              <a:rPr lang="en-US" sz="2800" dirty="0">
                <a:latin typeface="Palatino Linotype" panose="02040502050505030304" pitchFamily="18" charset="0"/>
              </a:rPr>
              <a:t>It converts optical image into electric charge image by using a photosensitive semiconductor target.</a:t>
            </a:r>
          </a:p>
          <a:p>
            <a:pPr algn="just"/>
            <a:r>
              <a:rPr lang="en-US" sz="2800" b="1" dirty="0">
                <a:solidFill>
                  <a:srgbClr val="C00000"/>
                </a:solidFill>
                <a:latin typeface="Palatino Linotype" panose="02040502050505030304" pitchFamily="18" charset="0"/>
              </a:rPr>
              <a:t>Scanning Circuits - </a:t>
            </a:r>
            <a:r>
              <a:rPr lang="en-US" sz="2800" dirty="0">
                <a:latin typeface="Palatino Linotype" panose="02040502050505030304" pitchFamily="18" charset="0"/>
              </a:rPr>
              <a:t>The function of scanning is to convert the charge image into video signal, varying with time, to make it suitable for radio transmission.</a:t>
            </a:r>
          </a:p>
          <a:p>
            <a:pPr algn="just"/>
            <a:r>
              <a:rPr lang="en-US" sz="2800" b="1" dirty="0">
                <a:solidFill>
                  <a:srgbClr val="C00000"/>
                </a:solidFill>
                <a:latin typeface="Palatino Linotype" panose="02040502050505030304" pitchFamily="18" charset="0"/>
              </a:rPr>
              <a:t>Blanking and Sync Pulses - </a:t>
            </a:r>
            <a:r>
              <a:rPr lang="en-US" sz="2800" dirty="0">
                <a:latin typeface="Palatino Linotype" panose="02040502050505030304" pitchFamily="18" charset="0"/>
              </a:rPr>
              <a:t>The linear ramp of </a:t>
            </a:r>
            <a:r>
              <a:rPr lang="en-US" sz="2800" dirty="0" err="1">
                <a:latin typeface="Palatino Linotype" panose="02040502050505030304" pitchFamily="18" charset="0"/>
              </a:rPr>
              <a:t>sawtooth</a:t>
            </a:r>
            <a:r>
              <a:rPr lang="en-US" sz="2800" dirty="0">
                <a:latin typeface="Palatino Linotype" panose="02040502050505030304" pitchFamily="18" charset="0"/>
              </a:rPr>
              <a:t> signals provides sweep or trace of the respective scanning process and the falling edge (called </a:t>
            </a:r>
            <a:r>
              <a:rPr lang="en-US" sz="2800" dirty="0" err="1">
                <a:latin typeface="Palatino Linotype" panose="02040502050505030304" pitchFamily="18" charset="0"/>
              </a:rPr>
              <a:t>flyback</a:t>
            </a:r>
            <a:r>
              <a:rPr lang="en-US" sz="2800" dirty="0">
                <a:latin typeface="Palatino Linotype" panose="02040502050505030304" pitchFamily="18" charset="0"/>
              </a:rPr>
              <a:t>) provides retrace. </a:t>
            </a:r>
          </a:p>
          <a:p>
            <a:pPr lvl="1" algn="just"/>
            <a:r>
              <a:rPr lang="en-US" sz="2600" dirty="0">
                <a:latin typeface="Palatino Linotype" panose="02040502050505030304" pitchFamily="18" charset="0"/>
              </a:rPr>
              <a:t>The retraces will distort the video signal and therefore these are blanked by </a:t>
            </a:r>
            <a:r>
              <a:rPr lang="en-US" sz="2800" dirty="0">
                <a:latin typeface="Palatino Linotype" panose="02040502050505030304" pitchFamily="18" charset="0"/>
              </a:rPr>
              <a:t>cutting off the beam, using appropriate blanking pulses.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Stages of Video Transmitter</a:t>
            </a:r>
          </a:p>
        </p:txBody>
      </p:sp>
    </p:spTree>
    <p:extLst>
      <p:ext uri="{BB962C8B-B14F-4D97-AF65-F5344CB8AC3E}">
        <p14:creationId xmlns:p14="http://schemas.microsoft.com/office/powerpoint/2010/main" val="3890443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7</a:t>
            </a:fld>
            <a:endParaRPr lang="en-US" noProof="0" dirty="0"/>
          </a:p>
        </p:txBody>
      </p:sp>
      <p:sp>
        <p:nvSpPr>
          <p:cNvPr id="3" name="Content Placeholder 2"/>
          <p:cNvSpPr txBox="1">
            <a:spLocks/>
          </p:cNvSpPr>
          <p:nvPr/>
        </p:nvSpPr>
        <p:spPr>
          <a:xfrm>
            <a:off x="363416" y="748148"/>
            <a:ext cx="11465168" cy="5818971"/>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Video Pre-amplifier and Power Amplifier </a:t>
            </a:r>
            <a:r>
              <a:rPr lang="en-US" sz="2800" dirty="0">
                <a:latin typeface="Palatino Linotype" panose="02040502050505030304" pitchFamily="18" charset="0"/>
              </a:rPr>
              <a:t>– They are wideband amplifiers in cascade. Amplifying signal from a few Hz to 5 </a:t>
            </a:r>
            <a:r>
              <a:rPr lang="en-US" sz="2800" dirty="0" err="1">
                <a:latin typeface="Palatino Linotype" panose="02040502050505030304" pitchFamily="18" charset="0"/>
              </a:rPr>
              <a:t>MHz.</a:t>
            </a:r>
            <a:r>
              <a:rPr lang="en-US" sz="2800" dirty="0">
                <a:latin typeface="Palatino Linotype" panose="02040502050505030304" pitchFamily="18" charset="0"/>
              </a:rPr>
              <a:t> </a:t>
            </a:r>
          </a:p>
          <a:p>
            <a:pPr lvl="1" algn="just"/>
            <a:r>
              <a:rPr lang="en-US" sz="2600" dirty="0">
                <a:latin typeface="Palatino Linotype" panose="02040502050505030304" pitchFamily="18" charset="0"/>
              </a:rPr>
              <a:t>Composite video signal (CVS) is first amplified by the video pre-amplifier and finally by the power amplifier to give sufficient power required for amplitude modulation</a:t>
            </a:r>
          </a:p>
          <a:p>
            <a:pPr algn="just"/>
            <a:r>
              <a:rPr lang="en-US" sz="2800" b="1" dirty="0">
                <a:solidFill>
                  <a:srgbClr val="C00000"/>
                </a:solidFill>
                <a:latin typeface="Palatino Linotype" panose="02040502050505030304" pitchFamily="18" charset="0"/>
              </a:rPr>
              <a:t>RF Oscillator </a:t>
            </a:r>
            <a:r>
              <a:rPr lang="en-US" sz="2800" dirty="0">
                <a:latin typeface="Palatino Linotype" panose="02040502050505030304" pitchFamily="18" charset="0"/>
              </a:rPr>
              <a:t>- A broadcast transmitter transmits at one allotted frequency (called its channel frequency). </a:t>
            </a:r>
          </a:p>
          <a:p>
            <a:pPr lvl="1" algn="just"/>
            <a:r>
              <a:rPr lang="en-US" sz="2600" dirty="0">
                <a:latin typeface="Palatino Linotype" panose="02040502050505030304" pitchFamily="18" charset="0"/>
              </a:rPr>
              <a:t>The transmitted frequency should not drift and hence a crystal oscillator is used which produces highly stable frequency which is a sub-multiple of </a:t>
            </a:r>
            <a:r>
              <a:rPr lang="en-US" sz="2800" dirty="0">
                <a:latin typeface="Palatino Linotype" panose="02040502050505030304" pitchFamily="18" charset="0"/>
              </a:rPr>
              <a:t>the actual allotted frequency. </a:t>
            </a:r>
          </a:p>
          <a:p>
            <a:pPr algn="just"/>
            <a:r>
              <a:rPr lang="en-US" sz="2800" b="1" dirty="0">
                <a:solidFill>
                  <a:srgbClr val="C00000"/>
                </a:solidFill>
                <a:latin typeface="Palatino Linotype" panose="02040502050505030304" pitchFamily="18" charset="0"/>
              </a:rPr>
              <a:t>Frequency Multiplier </a:t>
            </a:r>
            <a:r>
              <a:rPr lang="en-US" sz="2800" dirty="0">
                <a:latin typeface="Palatino Linotype" panose="02040502050505030304" pitchFamily="18" charset="0"/>
              </a:rPr>
              <a:t>- The crystal oscillator cannot directly produce VHF or UHF range frequencies. </a:t>
            </a:r>
          </a:p>
          <a:p>
            <a:pPr lvl="1" algn="just"/>
            <a:r>
              <a:rPr lang="en-US" sz="2600" dirty="0">
                <a:latin typeface="Palatino Linotype" panose="02040502050505030304" pitchFamily="18" charset="0"/>
              </a:rPr>
              <a:t>Frequency multipliers are used to get the desired channel frequency (called video carrier). As the power level of RF carrier has to be high for TV broadcast systems, amplification stages are added to get the required level</a:t>
            </a:r>
          </a:p>
        </p:txBody>
      </p:sp>
    </p:spTree>
    <p:extLst>
      <p:ext uri="{BB962C8B-B14F-4D97-AF65-F5344CB8AC3E}">
        <p14:creationId xmlns:p14="http://schemas.microsoft.com/office/powerpoint/2010/main" val="1080845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8</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Video Modulator</a:t>
            </a:r>
            <a:r>
              <a:rPr lang="en-US" sz="2800" dirty="0">
                <a:latin typeface="Palatino Linotype" panose="02040502050505030304" pitchFamily="18" charset="0"/>
              </a:rPr>
              <a:t> – It is an amplitude modulator</a:t>
            </a:r>
          </a:p>
          <a:p>
            <a:pPr lvl="1" algn="just"/>
            <a:r>
              <a:rPr lang="en-US" sz="2600" dirty="0">
                <a:latin typeface="Palatino Linotype" panose="02040502050505030304" pitchFamily="18" charset="0"/>
              </a:rPr>
              <a:t>It receives amplified video signal and RF carrier. It’s a non-linear amplifier which changes the amplitude of the RF carrier in accordance with the amplitude of the video signal.</a:t>
            </a:r>
          </a:p>
          <a:p>
            <a:pPr lvl="1" algn="just"/>
            <a:r>
              <a:rPr lang="en-US" sz="2600" dirty="0">
                <a:latin typeface="Palatino Linotype" panose="02040502050505030304" pitchFamily="18" charset="0"/>
              </a:rPr>
              <a:t>As the video signal is of negative polarity, the AM modulation achieved is called negative modulation. </a:t>
            </a:r>
          </a:p>
          <a:p>
            <a:pPr algn="just"/>
            <a:r>
              <a:rPr lang="en-US" sz="2800" b="1" dirty="0">
                <a:solidFill>
                  <a:srgbClr val="C00000"/>
                </a:solidFill>
                <a:latin typeface="Palatino Linotype" panose="02040502050505030304" pitchFamily="18" charset="0"/>
              </a:rPr>
              <a:t>Vestigial Sideband (VSB) Filter </a:t>
            </a:r>
            <a:r>
              <a:rPr lang="en-US" sz="2800" dirty="0">
                <a:latin typeface="Palatino Linotype" panose="02040502050505030304" pitchFamily="18" charset="0"/>
              </a:rPr>
              <a:t>– The modulator’s output is of double sideband type, which is converted into VSB by a sharp filter.</a:t>
            </a:r>
          </a:p>
          <a:p>
            <a:pPr lvl="1" algn="just"/>
            <a:r>
              <a:rPr lang="en-US" sz="2600" dirty="0">
                <a:latin typeface="Palatino Linotype" panose="02040502050505030304" pitchFamily="18" charset="0"/>
              </a:rPr>
              <a:t>The filter is so designed that it passes the carrier and the upper sideband (i.e. carrier frequency +5 MHz) in full without attenuation. </a:t>
            </a:r>
          </a:p>
          <a:p>
            <a:pPr lvl="1" algn="just"/>
            <a:r>
              <a:rPr lang="en-US" sz="2600" dirty="0">
                <a:latin typeface="Palatino Linotype" panose="02040502050505030304" pitchFamily="18" charset="0"/>
              </a:rPr>
              <a:t>The lower sideband is produced up to 0.75 MHz below the carrier frequency; thereafter it is sharply attenuated. </a:t>
            </a:r>
          </a:p>
          <a:p>
            <a:pPr lvl="1" algn="just"/>
            <a:r>
              <a:rPr lang="en-US" sz="2600" dirty="0">
                <a:latin typeface="Palatino Linotype" panose="02040502050505030304" pitchFamily="18" charset="0"/>
              </a:rPr>
              <a:t>The signal so achieved is called AMVSB signal. </a:t>
            </a:r>
          </a:p>
        </p:txBody>
      </p:sp>
    </p:spTree>
    <p:extLst>
      <p:ext uri="{BB962C8B-B14F-4D97-AF65-F5344CB8AC3E}">
        <p14:creationId xmlns:p14="http://schemas.microsoft.com/office/powerpoint/2010/main" val="3077317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9</a:t>
            </a:fld>
            <a:endParaRPr lang="en-US" noProof="0" dirty="0"/>
          </a:p>
        </p:txBody>
      </p:sp>
      <p:sp>
        <p:nvSpPr>
          <p:cNvPr id="3" name="Content Placeholder 2"/>
          <p:cNvSpPr>
            <a:spLocks noGrp="1"/>
          </p:cNvSpPr>
          <p:nvPr>
            <p:ph idx="1"/>
          </p:nvPr>
        </p:nvSpPr>
        <p:spPr>
          <a:xfrm>
            <a:off x="363416" y="1825625"/>
            <a:ext cx="11465168" cy="4637582"/>
          </a:xfrm>
        </p:spPr>
        <p:txBody>
          <a:bodyPr>
            <a:normAutofit/>
          </a:bodyPr>
          <a:lstStyle/>
          <a:p>
            <a:pPr algn="just"/>
            <a:r>
              <a:rPr lang="en-US" sz="2800" b="1" dirty="0">
                <a:solidFill>
                  <a:srgbClr val="C00000"/>
                </a:solidFill>
                <a:latin typeface="Palatino Linotype" panose="02040502050505030304" pitchFamily="18" charset="0"/>
              </a:rPr>
              <a:t>Microphone</a:t>
            </a:r>
            <a:r>
              <a:rPr lang="en-US" sz="2800" dirty="0">
                <a:latin typeface="Palatino Linotype" panose="02040502050505030304" pitchFamily="18" charset="0"/>
              </a:rPr>
              <a:t> - It converts sound pressure variations into electrical signals, called audio signals. </a:t>
            </a:r>
          </a:p>
          <a:p>
            <a:pPr lvl="1" algn="just"/>
            <a:r>
              <a:rPr lang="en-US" sz="2600" dirty="0">
                <a:latin typeface="Palatino Linotype" panose="02040502050505030304" pitchFamily="18" charset="0"/>
              </a:rPr>
              <a:t>Most widely used microphone in TV studios is </a:t>
            </a:r>
            <a:r>
              <a:rPr lang="en-US" sz="2600" i="1" dirty="0">
                <a:latin typeface="Palatino Linotype" panose="02040502050505030304" pitchFamily="18" charset="0"/>
              </a:rPr>
              <a:t>dynamic microphone </a:t>
            </a:r>
            <a:r>
              <a:rPr lang="en-US" sz="2600" dirty="0">
                <a:latin typeface="Palatino Linotype" panose="02040502050505030304" pitchFamily="18" charset="0"/>
              </a:rPr>
              <a:t>which uses the principle of electromagnetic induction for converting sound pressure variations into electrical signals.</a:t>
            </a:r>
          </a:p>
          <a:p>
            <a:pPr algn="just"/>
            <a:r>
              <a:rPr lang="en-US" sz="2800" b="1" dirty="0">
                <a:solidFill>
                  <a:srgbClr val="C00000"/>
                </a:solidFill>
                <a:latin typeface="Palatino Linotype" panose="02040502050505030304" pitchFamily="18" charset="0"/>
              </a:rPr>
              <a:t>Audio Pre-amplifier </a:t>
            </a:r>
            <a:r>
              <a:rPr lang="en-US" sz="2800" dirty="0">
                <a:latin typeface="Palatino Linotype" panose="02040502050505030304" pitchFamily="18" charset="0"/>
              </a:rPr>
              <a:t>– It is a class-A type voltage amplifier (RC coupled) which amplifies the weak output of the microphone.</a:t>
            </a:r>
          </a:p>
          <a:p>
            <a:pPr algn="just"/>
            <a:r>
              <a:rPr lang="en-US" sz="2800" b="1" dirty="0">
                <a:solidFill>
                  <a:srgbClr val="C00000"/>
                </a:solidFill>
                <a:latin typeface="Palatino Linotype" panose="02040502050505030304" pitchFamily="18" charset="0"/>
              </a:rPr>
              <a:t>Pre-emphasis Circuit </a:t>
            </a:r>
            <a:r>
              <a:rPr lang="en-US" sz="2800" dirty="0">
                <a:latin typeface="Palatino Linotype" panose="02040502050505030304" pitchFamily="18" charset="0"/>
              </a:rPr>
              <a:t>– it emphasizes the low energy of the high audio frequencies</a:t>
            </a:r>
          </a:p>
          <a:p>
            <a:pPr lvl="1" algn="just"/>
            <a:r>
              <a:rPr lang="en-US" sz="2600" dirty="0">
                <a:latin typeface="Palatino Linotype" panose="02040502050505030304" pitchFamily="18" charset="0"/>
              </a:rPr>
              <a:t>The pre-emphasis enhances the frequency deviation, which results in high signal to noise ratio in FM systems.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Stages of Audio Transmitter</a:t>
            </a:r>
          </a:p>
        </p:txBody>
      </p:sp>
    </p:spTree>
    <p:extLst>
      <p:ext uri="{BB962C8B-B14F-4D97-AF65-F5344CB8AC3E}">
        <p14:creationId xmlns:p14="http://schemas.microsoft.com/office/powerpoint/2010/main" val="2740966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10</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RF Carrier Generator for Audio </a:t>
            </a:r>
            <a:r>
              <a:rPr lang="en-US" sz="2800" dirty="0">
                <a:latin typeface="Palatino Linotype" panose="02040502050505030304" pitchFamily="18" charset="0"/>
              </a:rPr>
              <a:t>- It uses a crystal oscillator which is highly stable due to its Q being very high. </a:t>
            </a:r>
          </a:p>
          <a:p>
            <a:pPr lvl="1" algn="just"/>
            <a:r>
              <a:rPr lang="en-US" sz="2600" dirty="0">
                <a:latin typeface="Palatino Linotype" panose="02040502050505030304" pitchFamily="18" charset="0"/>
              </a:rPr>
              <a:t>It generates low radio frequency. Frequency modulation is used for audio signals</a:t>
            </a:r>
          </a:p>
          <a:p>
            <a:pPr algn="just"/>
            <a:r>
              <a:rPr lang="en-US" sz="2800" b="1" dirty="0">
                <a:solidFill>
                  <a:srgbClr val="C00000"/>
                </a:solidFill>
                <a:latin typeface="Palatino Linotype" panose="02040502050505030304" pitchFamily="18" charset="0"/>
              </a:rPr>
              <a:t>FM Modulator </a:t>
            </a:r>
            <a:r>
              <a:rPr lang="en-US" sz="2800" dirty="0">
                <a:latin typeface="Palatino Linotype" panose="02040502050505030304" pitchFamily="18" charset="0"/>
              </a:rPr>
              <a:t>– Low level modulation is used before the final power amplifier to save on the audio power requirement. </a:t>
            </a:r>
          </a:p>
          <a:p>
            <a:pPr lvl="1" algn="just"/>
            <a:r>
              <a:rPr lang="en-US" sz="2600" dirty="0">
                <a:latin typeface="Palatino Linotype" panose="02040502050505030304" pitchFamily="18" charset="0"/>
              </a:rPr>
              <a:t>As a crystal is used to generate carrier  frequency, direct frequency modulation is not suitable because it would be difficult to vary the frequency of a crystal, thus indirect FM method is used.</a:t>
            </a:r>
          </a:p>
          <a:p>
            <a:pPr algn="just"/>
            <a:r>
              <a:rPr lang="en-US" sz="2800" b="1" dirty="0">
                <a:solidFill>
                  <a:srgbClr val="C00000"/>
                </a:solidFill>
                <a:latin typeface="Palatino Linotype" panose="02040502050505030304" pitchFamily="18" charset="0"/>
              </a:rPr>
              <a:t>Frequency Multipliers </a:t>
            </a:r>
            <a:r>
              <a:rPr lang="en-US" sz="2800" dirty="0">
                <a:latin typeface="Palatino Linotype" panose="02040502050505030304" pitchFamily="18" charset="0"/>
              </a:rPr>
              <a:t>– The final frequency in VHF or UHF band allotted for transmission, is obtained by using multipliers and mixers.</a:t>
            </a:r>
          </a:p>
          <a:p>
            <a:pPr lvl="1" algn="just"/>
            <a:r>
              <a:rPr lang="en-US" sz="2600" dirty="0">
                <a:latin typeface="Palatino Linotype" panose="02040502050505030304" pitchFamily="18" charset="0"/>
              </a:rPr>
              <a:t>The final carrier frequency of the audio modulated FM wave is higher than the video carrier frequency by 5.5 </a:t>
            </a:r>
            <a:r>
              <a:rPr lang="en-US" sz="2600" dirty="0" err="1">
                <a:latin typeface="Palatino Linotype" panose="02040502050505030304" pitchFamily="18" charset="0"/>
              </a:rPr>
              <a:t>MHz.</a:t>
            </a:r>
            <a:endParaRPr lang="en-US" sz="2600" dirty="0">
              <a:latin typeface="Palatino Linotype" panose="02040502050505030304" pitchFamily="18" charset="0"/>
            </a:endParaRPr>
          </a:p>
        </p:txBody>
      </p:sp>
    </p:spTree>
    <p:extLst>
      <p:ext uri="{BB962C8B-B14F-4D97-AF65-F5344CB8AC3E}">
        <p14:creationId xmlns:p14="http://schemas.microsoft.com/office/powerpoint/2010/main" val="628470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11</a:t>
            </a:fld>
            <a:endParaRPr lang="en-US" noProof="0" dirty="0"/>
          </a:p>
        </p:txBody>
      </p:sp>
      <p:sp>
        <p:nvSpPr>
          <p:cNvPr id="3" name="Content Placeholder 2"/>
          <p:cNvSpPr txBox="1">
            <a:spLocks/>
          </p:cNvSpPr>
          <p:nvPr/>
        </p:nvSpPr>
        <p:spPr>
          <a:xfrm>
            <a:off x="363416" y="561110"/>
            <a:ext cx="11465168" cy="5902098"/>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Power Amplifier for FM Signals </a:t>
            </a:r>
            <a:r>
              <a:rPr lang="en-US" sz="2800" dirty="0">
                <a:latin typeface="Palatino Linotype" panose="02040502050505030304" pitchFamily="18" charset="0"/>
              </a:rPr>
              <a:t>- The power of the frequency modulated signal is finally amplified to the extent required for transmission.</a:t>
            </a:r>
          </a:p>
          <a:p>
            <a:pPr lvl="1" algn="just"/>
            <a:r>
              <a:rPr lang="en-US" sz="2600" dirty="0">
                <a:latin typeface="Palatino Linotype" panose="02040502050505030304" pitchFamily="18" charset="0"/>
              </a:rPr>
              <a:t>This power is usually 1/5 of the power required for video AM signal.</a:t>
            </a:r>
          </a:p>
          <a:p>
            <a:pPr algn="just"/>
            <a:r>
              <a:rPr lang="en-US" sz="2800" b="1" dirty="0">
                <a:solidFill>
                  <a:srgbClr val="C00000"/>
                </a:solidFill>
                <a:latin typeface="Palatino Linotype" panose="02040502050505030304" pitchFamily="18" charset="0"/>
              </a:rPr>
              <a:t>Diplexer</a:t>
            </a:r>
            <a:r>
              <a:rPr lang="en-US" sz="2800" dirty="0">
                <a:latin typeface="Palatino Linotype" panose="02040502050505030304" pitchFamily="18" charset="0"/>
              </a:rPr>
              <a:t> - It is a </a:t>
            </a:r>
            <a:r>
              <a:rPr lang="en-US" sz="2800" dirty="0" err="1">
                <a:latin typeface="Palatino Linotype" panose="02040502050505030304" pitchFamily="18" charset="0"/>
              </a:rPr>
              <a:t>wheatstone</a:t>
            </a:r>
            <a:r>
              <a:rPr lang="en-US" sz="2800" dirty="0">
                <a:latin typeface="Palatino Linotype" panose="02040502050505030304" pitchFamily="18" charset="0"/>
              </a:rPr>
              <a:t> bridge, the two arms of which consist of two dipoles and the remaining two arms use reactive components (either capacitors or inductors). </a:t>
            </a:r>
          </a:p>
          <a:p>
            <a:pPr lvl="1" algn="just"/>
            <a:r>
              <a:rPr lang="en-US" sz="2600" dirty="0">
                <a:latin typeface="Palatino Linotype" panose="02040502050505030304" pitchFamily="18" charset="0"/>
              </a:rPr>
              <a:t>Audio modulated FM signal is fed across one diagonal of the bridge and video modulated AMVSB signal to the other diagonal. </a:t>
            </a:r>
          </a:p>
          <a:p>
            <a:pPr lvl="1" algn="just"/>
            <a:r>
              <a:rPr lang="en-US" sz="2600" dirty="0">
                <a:latin typeface="Palatino Linotype" panose="02040502050505030304" pitchFamily="18" charset="0"/>
              </a:rPr>
              <a:t>This technique prevents audio section signal (FM) from going to the video section stages and vice versa.</a:t>
            </a:r>
          </a:p>
          <a:p>
            <a:pPr algn="just"/>
            <a:r>
              <a:rPr lang="en-US" sz="2800" b="1" dirty="0">
                <a:solidFill>
                  <a:srgbClr val="C00000"/>
                </a:solidFill>
                <a:latin typeface="Palatino Linotype" panose="02040502050505030304" pitchFamily="18" charset="0"/>
              </a:rPr>
              <a:t>Transmitting Antenna </a:t>
            </a:r>
            <a:r>
              <a:rPr lang="en-US" sz="2800" dirty="0">
                <a:latin typeface="Palatino Linotype" panose="02040502050505030304" pitchFamily="18" charset="0"/>
              </a:rPr>
              <a:t>- It consists of two dipoles perpendicular to each other and its directivity pattern is such that the radiation is omnidirectional in a horizontal plane.</a:t>
            </a:r>
          </a:p>
        </p:txBody>
      </p:sp>
    </p:spTree>
    <p:extLst>
      <p:ext uri="{BB962C8B-B14F-4D97-AF65-F5344CB8AC3E}">
        <p14:creationId xmlns:p14="http://schemas.microsoft.com/office/powerpoint/2010/main" val="706285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416" y="2989386"/>
            <a:ext cx="11465168" cy="1037492"/>
          </a:xfrm>
        </p:spPr>
        <p:txBody>
          <a:bodyPr/>
          <a:lstStyle/>
          <a:p>
            <a:pPr algn="ctr"/>
            <a:r>
              <a:rPr lang="en-US" sz="4000" dirty="0">
                <a:latin typeface="Palatino Linotype" panose="02040502050505030304" pitchFamily="18" charset="0"/>
              </a:rPr>
              <a:t>MONOCHROME TV RECEIVER</a:t>
            </a:r>
          </a:p>
        </p:txBody>
      </p:sp>
      <p:sp>
        <p:nvSpPr>
          <p:cNvPr id="3" name="Slide Number Placeholder 2"/>
          <p:cNvSpPr>
            <a:spLocks noGrp="1"/>
          </p:cNvSpPr>
          <p:nvPr>
            <p:ph type="sldNum" sz="quarter" idx="12"/>
          </p:nvPr>
        </p:nvSpPr>
        <p:spPr/>
        <p:txBody>
          <a:bodyPr/>
          <a:lstStyle/>
          <a:p>
            <a:fld id="{48BB047D-A6CD-43AB-96F0-683C726B586B}" type="slidenum">
              <a:rPr lang="en-US" noProof="0" smtClean="0"/>
              <a:pPr/>
              <a:t>12</a:t>
            </a:fld>
            <a:endParaRPr lang="en-US" noProof="0" dirty="0"/>
          </a:p>
        </p:txBody>
      </p:sp>
    </p:spTree>
    <p:extLst>
      <p:ext uri="{BB962C8B-B14F-4D97-AF65-F5344CB8AC3E}">
        <p14:creationId xmlns:p14="http://schemas.microsoft.com/office/powerpoint/2010/main" val="1729115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13</a:t>
            </a:fld>
            <a:endParaRPr lang="en-US" noProof="0" dirty="0"/>
          </a:p>
        </p:txBody>
      </p:sp>
      <p:sp>
        <p:nvSpPr>
          <p:cNvPr id="3" name="Content Placeholder 2"/>
          <p:cNvSpPr>
            <a:spLocks noGrp="1"/>
          </p:cNvSpPr>
          <p:nvPr>
            <p:ph idx="1"/>
          </p:nvPr>
        </p:nvSpPr>
        <p:spPr>
          <a:xfrm>
            <a:off x="363416" y="1787236"/>
            <a:ext cx="11440657" cy="4488873"/>
          </a:xfrm>
        </p:spPr>
        <p:txBody>
          <a:bodyPr>
            <a:normAutofit/>
          </a:bodyPr>
          <a:lstStyle/>
          <a:p>
            <a:pPr algn="just"/>
            <a:r>
              <a:rPr lang="en-US" sz="2800" dirty="0">
                <a:latin typeface="Palatino Linotype" panose="02040502050505030304" pitchFamily="18" charset="0"/>
              </a:rPr>
              <a:t>Modulated TV signals, radiated out in space from the transmitting antenna are picked up by the receiving antenna at the receiving site. </a:t>
            </a:r>
          </a:p>
          <a:p>
            <a:pPr algn="just"/>
            <a:r>
              <a:rPr lang="en-US" sz="2800" dirty="0">
                <a:latin typeface="Palatino Linotype" panose="02040502050505030304" pitchFamily="18" charset="0"/>
              </a:rPr>
              <a:t>There, these signals are processed and the baseband signals are detected. </a:t>
            </a:r>
          </a:p>
          <a:p>
            <a:pPr algn="just"/>
            <a:r>
              <a:rPr lang="en-US" sz="2800" dirty="0">
                <a:latin typeface="Palatino Linotype" panose="02040502050505030304" pitchFamily="18" charset="0"/>
              </a:rPr>
              <a:t>The detected signals are amplified and finally converted into the original information picture and sound by the transducers, picture tube and loudspeaker, respectively. </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Introduction</a:t>
            </a:r>
          </a:p>
        </p:txBody>
      </p:sp>
    </p:spTree>
    <p:extLst>
      <p:ext uri="{BB962C8B-B14F-4D97-AF65-F5344CB8AC3E}">
        <p14:creationId xmlns:p14="http://schemas.microsoft.com/office/powerpoint/2010/main" val="108405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14</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Elements of a monochrome TV receiver are illustrated in the block diagram given in the next slide.</a:t>
            </a:r>
          </a:p>
          <a:p>
            <a:pPr algn="just"/>
            <a:r>
              <a:rPr lang="en-US" sz="2800" dirty="0">
                <a:latin typeface="Palatino Linotype" panose="02040502050505030304" pitchFamily="18" charset="0"/>
              </a:rPr>
              <a:t>Description of functions of each block (section-wise) of the TV receiver  follows.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Elements of a Monochrome TV Receiver</a:t>
            </a:r>
          </a:p>
        </p:txBody>
      </p:sp>
    </p:spTree>
    <p:extLst>
      <p:ext uri="{BB962C8B-B14F-4D97-AF65-F5344CB8AC3E}">
        <p14:creationId xmlns:p14="http://schemas.microsoft.com/office/powerpoint/2010/main" val="21021696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15</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859605" y="211293"/>
            <a:ext cx="8385833" cy="5584965"/>
          </a:xfrm>
          <a:prstGeom prst="rect">
            <a:avLst/>
          </a:prstGeom>
        </p:spPr>
      </p:pic>
      <p:sp>
        <p:nvSpPr>
          <p:cNvPr id="4" name="Rectangle 3"/>
          <p:cNvSpPr/>
          <p:nvPr/>
        </p:nvSpPr>
        <p:spPr>
          <a:xfrm>
            <a:off x="2821508" y="5898964"/>
            <a:ext cx="6462025" cy="461665"/>
          </a:xfrm>
          <a:prstGeom prst="rect">
            <a:avLst/>
          </a:prstGeom>
          <a:solidFill>
            <a:schemeClr val="accent1">
              <a:lumMod val="40000"/>
              <a:lumOff val="60000"/>
            </a:schemeClr>
          </a:solidFill>
        </p:spPr>
        <p:txBody>
          <a:bodyPr wrap="none">
            <a:spAutoFit/>
          </a:bodyPr>
          <a:lstStyle/>
          <a:p>
            <a:r>
              <a:rPr lang="en-US" sz="2400" b="1" dirty="0">
                <a:latin typeface="Palatino Linotype" panose="02040502050505030304" pitchFamily="18" charset="0"/>
              </a:rPr>
              <a:t>Block diagram of a monochrome TV receiver</a:t>
            </a:r>
          </a:p>
        </p:txBody>
      </p:sp>
    </p:spTree>
    <p:extLst>
      <p:ext uri="{BB962C8B-B14F-4D97-AF65-F5344CB8AC3E}">
        <p14:creationId xmlns:p14="http://schemas.microsoft.com/office/powerpoint/2010/main" val="349559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16</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Blocks from the receiving antenna to the trap circuit comprise common section as these blocks handle both video modulated and audio modulated signals. </a:t>
            </a:r>
          </a:p>
          <a:p>
            <a:pPr algn="just"/>
            <a:r>
              <a:rPr lang="en-US" sz="2800" dirty="0">
                <a:latin typeface="Palatino Linotype" panose="02040502050505030304" pitchFamily="18" charset="0"/>
              </a:rPr>
              <a:t>Functions of these blocks are mentioned below.</a:t>
            </a:r>
          </a:p>
          <a:p>
            <a:pPr algn="just"/>
            <a:r>
              <a:rPr lang="en-US" sz="2800" b="1" dirty="0">
                <a:solidFill>
                  <a:srgbClr val="C00000"/>
                </a:solidFill>
                <a:latin typeface="Palatino Linotype" panose="02040502050505030304" pitchFamily="18" charset="0"/>
              </a:rPr>
              <a:t>Receiving Antenna </a:t>
            </a:r>
            <a:r>
              <a:rPr lang="en-US" sz="2800" dirty="0">
                <a:latin typeface="Palatino Linotype" panose="02040502050505030304" pitchFamily="18" charset="0"/>
              </a:rPr>
              <a:t>- It picks up signal from the electromagnetic waves travelling through space and feeds the same to the tuner in the receiver. </a:t>
            </a:r>
          </a:p>
          <a:p>
            <a:pPr lvl="1" algn="just"/>
            <a:r>
              <a:rPr lang="en-US" sz="2600" dirty="0">
                <a:latin typeface="Palatino Linotype" panose="02040502050505030304" pitchFamily="18" charset="0"/>
              </a:rPr>
              <a:t>The receiving antenna is generally a folded dipole (300 ohm impedance) with a reflector and one or more directors.</a:t>
            </a:r>
          </a:p>
          <a:p>
            <a:pPr lvl="1" algn="just"/>
            <a:r>
              <a:rPr lang="en-US" sz="2600" dirty="0">
                <a:latin typeface="Palatino Linotype" panose="02040502050505030304" pitchFamily="18" charset="0"/>
              </a:rPr>
              <a:t>This type of antenna is called Yagi-</a:t>
            </a:r>
            <a:r>
              <a:rPr lang="en-US" sz="2600" dirty="0" err="1">
                <a:latin typeface="Palatino Linotype" panose="02040502050505030304" pitchFamily="18" charset="0"/>
              </a:rPr>
              <a:t>Uda</a:t>
            </a:r>
            <a:r>
              <a:rPr lang="en-US" sz="2600" dirty="0">
                <a:latin typeface="Palatino Linotype" panose="02040502050505030304" pitchFamily="18" charset="0"/>
              </a:rPr>
              <a:t> antenna.</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Common Section</a:t>
            </a:r>
          </a:p>
        </p:txBody>
      </p:sp>
    </p:spTree>
    <p:extLst>
      <p:ext uri="{BB962C8B-B14F-4D97-AF65-F5344CB8AC3E}">
        <p14:creationId xmlns:p14="http://schemas.microsoft.com/office/powerpoint/2010/main" val="583003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17</a:t>
            </a:fld>
            <a:endParaRPr lang="en-US" noProof="0" dirty="0"/>
          </a:p>
        </p:txBody>
      </p:sp>
      <p:sp>
        <p:nvSpPr>
          <p:cNvPr id="3" name="Content Placeholder 2"/>
          <p:cNvSpPr txBox="1">
            <a:spLocks/>
          </p:cNvSpPr>
          <p:nvPr/>
        </p:nvSpPr>
        <p:spPr>
          <a:xfrm>
            <a:off x="363417" y="810491"/>
            <a:ext cx="632832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Tuner</a:t>
            </a:r>
            <a:r>
              <a:rPr lang="en-US" sz="2800" dirty="0">
                <a:latin typeface="Palatino Linotype" panose="02040502050505030304" pitchFamily="18" charset="0"/>
              </a:rPr>
              <a:t> – It consists of an RF amplifier, a local oscillator and a mixer.</a:t>
            </a:r>
          </a:p>
          <a:p>
            <a:pPr algn="just"/>
            <a:r>
              <a:rPr lang="en-US" sz="2800" b="1" dirty="0">
                <a:solidFill>
                  <a:srgbClr val="C00000"/>
                </a:solidFill>
                <a:latin typeface="Palatino Linotype" panose="02040502050505030304" pitchFamily="18" charset="0"/>
              </a:rPr>
              <a:t>RF Ampliﬁer </a:t>
            </a:r>
            <a:r>
              <a:rPr lang="en-US" sz="2800" dirty="0">
                <a:latin typeface="Palatino Linotype" panose="02040502050505030304" pitchFamily="18" charset="0"/>
              </a:rPr>
              <a:t>– It is generally a common base circuit as the common base configuration gives high signal to noise ratio in VHF bands and has low input impedance which can match with the impedance of the receiving antenna.</a:t>
            </a:r>
          </a:p>
          <a:p>
            <a:pPr lvl="1" algn="just"/>
            <a:r>
              <a:rPr lang="en-US" sz="2600" dirty="0">
                <a:latin typeface="Palatino Linotype" panose="02040502050505030304" pitchFamily="18" charset="0"/>
              </a:rPr>
              <a:t>Provide a gain of about 20 dB to the selected RF signal and rejects the image frequency interference by 60 dB or more.</a:t>
            </a:r>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6881418" y="2074339"/>
            <a:ext cx="5156083" cy="2206719"/>
          </a:xfrm>
          <a:prstGeom prst="rect">
            <a:avLst/>
          </a:prstGeom>
          <a:ln>
            <a:noFill/>
          </a:ln>
          <a:effectLst>
            <a:outerShdw blurRad="190500" algn="tl" rotWithShape="0">
              <a:srgbClr val="000000">
                <a:alpha val="70000"/>
              </a:srgbClr>
            </a:outerShdw>
          </a:effectLst>
        </p:spPr>
      </p:pic>
      <p:sp>
        <p:nvSpPr>
          <p:cNvPr id="5" name="Rectangle 4"/>
          <p:cNvSpPr/>
          <p:nvPr/>
        </p:nvSpPr>
        <p:spPr>
          <a:xfrm>
            <a:off x="8395141" y="4509658"/>
            <a:ext cx="2736711" cy="461665"/>
          </a:xfrm>
          <a:prstGeom prst="rect">
            <a:avLst/>
          </a:prstGeom>
          <a:solidFill>
            <a:schemeClr val="accent1">
              <a:lumMod val="40000"/>
              <a:lumOff val="60000"/>
            </a:schemeClr>
          </a:solidFill>
        </p:spPr>
        <p:txBody>
          <a:bodyPr wrap="none">
            <a:spAutoFit/>
          </a:bodyPr>
          <a:lstStyle/>
          <a:p>
            <a:r>
              <a:rPr lang="en-US" sz="2400" b="1" dirty="0"/>
              <a:t>Stages of a TV tuner</a:t>
            </a:r>
          </a:p>
        </p:txBody>
      </p:sp>
    </p:spTree>
    <p:extLst>
      <p:ext uri="{BB962C8B-B14F-4D97-AF65-F5344CB8AC3E}">
        <p14:creationId xmlns:p14="http://schemas.microsoft.com/office/powerpoint/2010/main" val="2981512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18</a:t>
            </a:fld>
            <a:endParaRPr lang="en-US" noProof="0" dirty="0"/>
          </a:p>
        </p:txBody>
      </p:sp>
      <p:sp>
        <p:nvSpPr>
          <p:cNvPr id="3" name="Content Placeholder 2"/>
          <p:cNvSpPr txBox="1">
            <a:spLocks/>
          </p:cNvSpPr>
          <p:nvPr/>
        </p:nvSpPr>
        <p:spPr>
          <a:xfrm>
            <a:off x="363416" y="706585"/>
            <a:ext cx="11465168" cy="5756625"/>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Local Oscillator </a:t>
            </a:r>
            <a:r>
              <a:rPr lang="en-US" sz="2800" dirty="0">
                <a:latin typeface="Palatino Linotype" panose="02040502050505030304" pitchFamily="18" charset="0"/>
              </a:rPr>
              <a:t>- It provides RF of constant amplitude and constant frequency for the channel selected for reception.</a:t>
            </a:r>
          </a:p>
          <a:p>
            <a:pPr lvl="1" algn="just"/>
            <a:r>
              <a:rPr lang="en-US" sz="2600" dirty="0">
                <a:latin typeface="Palatino Linotype" panose="02040502050505030304" pitchFamily="18" charset="0"/>
              </a:rPr>
              <a:t>For high stability, the local oscillator uses </a:t>
            </a:r>
            <a:r>
              <a:rPr lang="en-US" sz="2600" dirty="0" err="1">
                <a:latin typeface="Palatino Linotype" panose="02040502050505030304" pitchFamily="18" charset="0"/>
              </a:rPr>
              <a:t>synthesised</a:t>
            </a:r>
            <a:r>
              <a:rPr lang="en-US" sz="2600" dirty="0">
                <a:latin typeface="Palatino Linotype" panose="02040502050505030304" pitchFamily="18" charset="0"/>
              </a:rPr>
              <a:t> tuning based on the technique of phase locked loop. </a:t>
            </a:r>
          </a:p>
          <a:p>
            <a:pPr lvl="1" algn="just"/>
            <a:r>
              <a:rPr lang="en-US" sz="2600" dirty="0">
                <a:latin typeface="Palatino Linotype" panose="02040502050505030304" pitchFamily="18" charset="0"/>
              </a:rPr>
              <a:t>This uses very high stability of a crystal and variable frequency oscillator type capability to change channels to receive different </a:t>
            </a:r>
            <a:r>
              <a:rPr lang="en-US" sz="2600" dirty="0" err="1">
                <a:latin typeface="Palatino Linotype" panose="02040502050505030304" pitchFamily="18" charset="0"/>
              </a:rPr>
              <a:t>programmes</a:t>
            </a:r>
            <a:r>
              <a:rPr lang="en-US" sz="2600" dirty="0">
                <a:latin typeface="Palatino Linotype" panose="02040502050505030304" pitchFamily="18" charset="0"/>
              </a:rPr>
              <a:t>.</a:t>
            </a:r>
          </a:p>
          <a:p>
            <a:pPr algn="just"/>
            <a:r>
              <a:rPr lang="en-US" sz="2800" b="1" dirty="0">
                <a:solidFill>
                  <a:srgbClr val="C00000"/>
                </a:solidFill>
                <a:latin typeface="Palatino Linotype" panose="02040502050505030304" pitchFamily="18" charset="0"/>
              </a:rPr>
              <a:t>Mixer</a:t>
            </a:r>
            <a:r>
              <a:rPr lang="en-US" sz="2800" dirty="0">
                <a:latin typeface="Palatino Linotype" panose="02040502050505030304" pitchFamily="18" charset="0"/>
              </a:rPr>
              <a:t> – It receives two signals, one is the channel frequency signal from the RF amplifier, and the other is the local oscillator frequency signal.</a:t>
            </a:r>
          </a:p>
          <a:p>
            <a:pPr lvl="1" algn="just"/>
            <a:r>
              <a:rPr lang="en-US" sz="2600" dirty="0">
                <a:latin typeface="Palatino Linotype" panose="02040502050505030304" pitchFamily="18" charset="0"/>
              </a:rPr>
              <a:t>The mixer produces the intermediate frequency (IF) frequency, pertaining to the difference of the two frequencies.</a:t>
            </a:r>
          </a:p>
          <a:p>
            <a:pPr lvl="1" algn="just"/>
            <a:r>
              <a:rPr lang="en-US" sz="2600" dirty="0">
                <a:latin typeface="Palatino Linotype" panose="02040502050505030304" pitchFamily="18" charset="0"/>
              </a:rPr>
              <a:t>The other product of the mixer is the sum of two frequencies or their harmonics, which are all rejected by the IF tuned circuit.</a:t>
            </a:r>
          </a:p>
          <a:p>
            <a:pPr lvl="1" algn="just"/>
            <a:r>
              <a:rPr lang="en-US" sz="2600" dirty="0">
                <a:latin typeface="Palatino Linotype" panose="02040502050505030304" pitchFamily="18" charset="0"/>
              </a:rPr>
              <a:t>Only the IF signal (</a:t>
            </a:r>
            <a:r>
              <a:rPr lang="en-US" sz="2600" i="1" dirty="0" err="1">
                <a:latin typeface="Palatino Linotype" panose="02040502050505030304" pitchFamily="18" charset="0"/>
              </a:rPr>
              <a:t>f</a:t>
            </a:r>
            <a:r>
              <a:rPr lang="en-US" sz="2600" i="1" baseline="-25000" dirty="0" err="1">
                <a:latin typeface="Palatino Linotype" panose="02040502050505030304" pitchFamily="18" charset="0"/>
              </a:rPr>
              <a:t>o</a:t>
            </a:r>
            <a:r>
              <a:rPr lang="en-US" sz="2600" dirty="0">
                <a:latin typeface="Palatino Linotype" panose="02040502050505030304" pitchFamily="18" charset="0"/>
              </a:rPr>
              <a:t> </a:t>
            </a:r>
            <a:r>
              <a:rPr lang="en-US" sz="2600" i="1" dirty="0">
                <a:latin typeface="Palatino Linotype" panose="02040502050505030304" pitchFamily="18" charset="0"/>
              </a:rPr>
              <a:t>– </a:t>
            </a:r>
            <a:r>
              <a:rPr lang="en-US" sz="2600" i="1" dirty="0" err="1">
                <a:latin typeface="Palatino Linotype" panose="02040502050505030304" pitchFamily="18" charset="0"/>
              </a:rPr>
              <a:t>f</a:t>
            </a:r>
            <a:r>
              <a:rPr lang="en-US" sz="2600" i="1" baseline="-25000" dirty="0" err="1">
                <a:latin typeface="Palatino Linotype" panose="02040502050505030304" pitchFamily="18" charset="0"/>
              </a:rPr>
              <a:t>s</a:t>
            </a:r>
            <a:r>
              <a:rPr lang="en-US" sz="2600" dirty="0">
                <a:latin typeface="Palatino Linotype" panose="02040502050505030304" pitchFamily="18" charset="0"/>
              </a:rPr>
              <a:t>) passes to the next IF amplifier stage</a:t>
            </a:r>
          </a:p>
        </p:txBody>
      </p:sp>
    </p:spTree>
    <p:extLst>
      <p:ext uri="{BB962C8B-B14F-4D97-AF65-F5344CB8AC3E}">
        <p14:creationId xmlns:p14="http://schemas.microsoft.com/office/powerpoint/2010/main" val="2043048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19</a:t>
            </a:fld>
            <a:endParaRPr lang="en-US" noProof="0" dirty="0"/>
          </a:p>
        </p:txBody>
      </p:sp>
      <p:sp>
        <p:nvSpPr>
          <p:cNvPr id="3" name="Content Placeholder 2"/>
          <p:cNvSpPr txBox="1">
            <a:spLocks/>
          </p:cNvSpPr>
          <p:nvPr/>
        </p:nvSpPr>
        <p:spPr>
          <a:xfrm>
            <a:off x="363416" y="810491"/>
            <a:ext cx="6577711"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IF Amplifier </a:t>
            </a:r>
            <a:r>
              <a:rPr lang="en-US" sz="2800" dirty="0">
                <a:latin typeface="Palatino Linotype" panose="02040502050505030304" pitchFamily="18" charset="0"/>
              </a:rPr>
              <a:t>– It amplifies the signals (for video as well as for audio)</a:t>
            </a:r>
          </a:p>
          <a:p>
            <a:pPr lvl="1" algn="just"/>
            <a:r>
              <a:rPr lang="en-US" sz="2600" dirty="0">
                <a:latin typeface="Palatino Linotype" panose="02040502050505030304" pitchFamily="18" charset="0"/>
              </a:rPr>
              <a:t>As IF is much lower than the signal frequency and is fixed, the IF amplifier has high stable gain and high selectivity.</a:t>
            </a:r>
          </a:p>
          <a:p>
            <a:pPr lvl="1" algn="just"/>
            <a:r>
              <a:rPr lang="en-US" sz="2600" dirty="0">
                <a:latin typeface="Palatino Linotype" panose="02040502050505030304" pitchFamily="18" charset="0"/>
              </a:rPr>
              <a:t>AM video IF and FM audio IF signals require wide bandwidth for reproducing all important sidebands.</a:t>
            </a:r>
          </a:p>
          <a:p>
            <a:pPr lvl="1" algn="just"/>
            <a:r>
              <a:rPr lang="en-US" sz="2600" dirty="0">
                <a:latin typeface="Palatino Linotype" panose="02040502050505030304" pitchFamily="18" charset="0"/>
              </a:rPr>
              <a:t>A single tuned circuit would have a narrow </a:t>
            </a:r>
            <a:r>
              <a:rPr lang="en-US" sz="2600" dirty="0" err="1">
                <a:latin typeface="Palatino Linotype" panose="02040502050505030304" pitchFamily="18" charset="0"/>
              </a:rPr>
              <a:t>passband</a:t>
            </a:r>
            <a:r>
              <a:rPr lang="en-US" sz="2600" dirty="0">
                <a:latin typeface="Palatino Linotype" panose="02040502050505030304" pitchFamily="18" charset="0"/>
              </a:rPr>
              <a:t>, hence several IF tuned circuits (usually three)are employed which use the staggering tuning.</a:t>
            </a:r>
          </a:p>
        </p:txBody>
      </p:sp>
      <p:pic>
        <p:nvPicPr>
          <p:cNvPr id="4" name="Picture 3"/>
          <p:cNvPicPr>
            <a:picLocks noChangeAspect="1"/>
          </p:cNvPicPr>
          <p:nvPr/>
        </p:nvPicPr>
        <p:blipFill>
          <a:blip r:embed="rId2"/>
          <a:stretch>
            <a:fillRect/>
          </a:stretch>
        </p:blipFill>
        <p:spPr>
          <a:xfrm>
            <a:off x="7204892" y="1591355"/>
            <a:ext cx="4623692" cy="2959864"/>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7479997" y="4907047"/>
            <a:ext cx="4073487" cy="400110"/>
          </a:xfrm>
          <a:prstGeom prst="rect">
            <a:avLst/>
          </a:prstGeom>
          <a:solidFill>
            <a:schemeClr val="accent1">
              <a:lumMod val="40000"/>
              <a:lumOff val="60000"/>
            </a:schemeClr>
          </a:solidFill>
        </p:spPr>
        <p:txBody>
          <a:bodyPr wrap="none">
            <a:spAutoFit/>
          </a:bodyPr>
          <a:lstStyle/>
          <a:p>
            <a:r>
              <a:rPr lang="en-US" sz="2000" b="1" dirty="0"/>
              <a:t> Staggered tuning of IF tuned circuits</a:t>
            </a:r>
          </a:p>
        </p:txBody>
      </p:sp>
    </p:spTree>
    <p:extLst>
      <p:ext uri="{BB962C8B-B14F-4D97-AF65-F5344CB8AC3E}">
        <p14:creationId xmlns:p14="http://schemas.microsoft.com/office/powerpoint/2010/main" val="526097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20</a:t>
            </a:fld>
            <a:endParaRPr lang="en-US" noProof="0" dirty="0"/>
          </a:p>
        </p:txBody>
      </p:sp>
      <p:sp>
        <p:nvSpPr>
          <p:cNvPr id="3" name="Content Placeholder 2"/>
          <p:cNvSpPr txBox="1">
            <a:spLocks/>
          </p:cNvSpPr>
          <p:nvPr/>
        </p:nvSpPr>
        <p:spPr>
          <a:xfrm>
            <a:off x="363416" y="810493"/>
            <a:ext cx="11465168" cy="5902101"/>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Video Detector </a:t>
            </a:r>
            <a:r>
              <a:rPr lang="en-US" sz="2800" dirty="0">
                <a:latin typeface="Palatino Linotype" panose="02040502050505030304" pitchFamily="18" charset="0"/>
              </a:rPr>
              <a:t>– It is an envelope detector using a diode, which by process of rectification and filtering, detects the baseband signal of CVS and frequency modulated </a:t>
            </a:r>
            <a:r>
              <a:rPr lang="en-US" sz="2800" dirty="0" err="1">
                <a:latin typeface="Palatino Linotype" panose="02040502050505030304" pitchFamily="18" charset="0"/>
              </a:rPr>
              <a:t>intercarrier</a:t>
            </a:r>
            <a:r>
              <a:rPr lang="en-US" sz="2800" dirty="0">
                <a:latin typeface="Palatino Linotype" panose="02040502050505030304" pitchFamily="18" charset="0"/>
              </a:rPr>
              <a:t> frequency (5.5 MHz).</a:t>
            </a:r>
          </a:p>
          <a:p>
            <a:pPr lvl="1" algn="just"/>
            <a:r>
              <a:rPr lang="en-US" sz="2600" dirty="0">
                <a:latin typeface="Palatino Linotype" panose="02040502050505030304" pitchFamily="18" charset="0"/>
              </a:rPr>
              <a:t>The standard output of video detector is 1V peak to peak.</a:t>
            </a:r>
          </a:p>
          <a:p>
            <a:pPr algn="just"/>
            <a:r>
              <a:rPr lang="en-US" sz="2800" b="1" dirty="0">
                <a:solidFill>
                  <a:srgbClr val="C00000"/>
                </a:solidFill>
                <a:latin typeface="Palatino Linotype" panose="02040502050505030304" pitchFamily="18" charset="0"/>
              </a:rPr>
              <a:t>Automatic Gain Control </a:t>
            </a:r>
            <a:r>
              <a:rPr lang="en-US" sz="2800" dirty="0">
                <a:latin typeface="Palatino Linotype" panose="02040502050505030304" pitchFamily="18" charset="0"/>
              </a:rPr>
              <a:t>- The function of AGC is to control the gain of RF and IF amplifiers to reduce the difference between outputs for strong and weak incoming signals to maintain a fairly constant output level.</a:t>
            </a:r>
          </a:p>
          <a:p>
            <a:pPr algn="just"/>
            <a:r>
              <a:rPr lang="en-US" sz="2800" b="1" dirty="0">
                <a:solidFill>
                  <a:srgbClr val="C00000"/>
                </a:solidFill>
                <a:latin typeface="Palatino Linotype" panose="02040502050505030304" pitchFamily="18" charset="0"/>
              </a:rPr>
              <a:t>Trap Circuit </a:t>
            </a:r>
            <a:r>
              <a:rPr lang="en-US" sz="2800" dirty="0">
                <a:latin typeface="Palatino Linotype" panose="02040502050505030304" pitchFamily="18" charset="0"/>
              </a:rPr>
              <a:t>- It is a resonant circuit, so used as to prevent the frequency modulated </a:t>
            </a:r>
            <a:r>
              <a:rPr lang="en-US" sz="2800" dirty="0" err="1">
                <a:latin typeface="Palatino Linotype" panose="02040502050505030304" pitchFamily="18" charset="0"/>
              </a:rPr>
              <a:t>intercarrier</a:t>
            </a:r>
            <a:r>
              <a:rPr lang="en-US" sz="2800" dirty="0">
                <a:latin typeface="Palatino Linotype" panose="02040502050505030304" pitchFamily="18" charset="0"/>
              </a:rPr>
              <a:t> frequency (also called second IF or sound IF or simply SIF) from going to the video amplifier.</a:t>
            </a:r>
          </a:p>
          <a:p>
            <a:pPr lvl="1" algn="just"/>
            <a:r>
              <a:rPr lang="en-US" sz="2600" dirty="0">
                <a:latin typeface="Palatino Linotype" panose="02040502050505030304" pitchFamily="18" charset="0"/>
              </a:rPr>
              <a:t>It also prevents video signals (up to 5 MHz) from going to the sound section.</a:t>
            </a:r>
          </a:p>
          <a:p>
            <a:pPr lvl="1" algn="just"/>
            <a:r>
              <a:rPr lang="en-US" sz="2600" dirty="0">
                <a:latin typeface="Palatino Linotype" panose="02040502050505030304" pitchFamily="18" charset="0"/>
              </a:rPr>
              <a:t>Thus it checks the cross-interference between video and sound</a:t>
            </a:r>
          </a:p>
        </p:txBody>
      </p:sp>
    </p:spTree>
    <p:extLst>
      <p:ext uri="{BB962C8B-B14F-4D97-AF65-F5344CB8AC3E}">
        <p14:creationId xmlns:p14="http://schemas.microsoft.com/office/powerpoint/2010/main" val="33957681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21</a:t>
            </a:fld>
            <a:endParaRPr lang="en-US" noProof="0" dirty="0"/>
          </a:p>
        </p:txBody>
      </p:sp>
      <p:sp>
        <p:nvSpPr>
          <p:cNvPr id="3" name="Content Placeholder 2"/>
          <p:cNvSpPr>
            <a:spLocks noGrp="1"/>
          </p:cNvSpPr>
          <p:nvPr>
            <p:ph idx="1"/>
          </p:nvPr>
        </p:nvSpPr>
        <p:spPr>
          <a:xfrm>
            <a:off x="363416" y="1537857"/>
            <a:ext cx="11465168" cy="4925353"/>
          </a:xfrm>
        </p:spPr>
        <p:txBody>
          <a:bodyPr>
            <a:normAutofit lnSpcReduction="10000"/>
          </a:bodyPr>
          <a:lstStyle/>
          <a:p>
            <a:pPr algn="just"/>
            <a:r>
              <a:rPr lang="en-US" sz="2800" dirty="0">
                <a:latin typeface="Palatino Linotype" panose="02040502050505030304" pitchFamily="18" charset="0"/>
              </a:rPr>
              <a:t>This section consists of video amplifiers and picture tube whose functions are mentioned hereafter</a:t>
            </a:r>
          </a:p>
          <a:p>
            <a:pPr algn="just"/>
            <a:r>
              <a:rPr lang="en-US" sz="2800" b="1" dirty="0">
                <a:solidFill>
                  <a:srgbClr val="C00000"/>
                </a:solidFill>
                <a:latin typeface="Palatino Linotype" panose="02040502050505030304" pitchFamily="18" charset="0"/>
              </a:rPr>
              <a:t>Video Amplifiers </a:t>
            </a:r>
            <a:r>
              <a:rPr lang="en-US" sz="2800" dirty="0">
                <a:latin typeface="Palatino Linotype" panose="02040502050505030304" pitchFamily="18" charset="0"/>
              </a:rPr>
              <a:t>– Video pre-amplifier and power amplifier are used in cascade to provide a wideband amplifier system to respond to the wideband from quite low frequency signals (a few Hz) to 5 </a:t>
            </a:r>
            <a:r>
              <a:rPr lang="en-US" sz="2800" dirty="0" err="1">
                <a:latin typeface="Palatino Linotype" panose="02040502050505030304" pitchFamily="18" charset="0"/>
              </a:rPr>
              <a:t>MHz.</a:t>
            </a:r>
            <a:endParaRPr lang="en-US" sz="2800" dirty="0">
              <a:latin typeface="Palatino Linotype" panose="02040502050505030304" pitchFamily="18" charset="0"/>
            </a:endParaRPr>
          </a:p>
          <a:p>
            <a:pPr lvl="1" algn="just"/>
            <a:r>
              <a:rPr lang="en-US" sz="2600" dirty="0">
                <a:latin typeface="Palatino Linotype" panose="02040502050505030304" pitchFamily="18" charset="0"/>
              </a:rPr>
              <a:t>Video pre-amplifier is a high impedance buffer between detector and power amplifier.</a:t>
            </a:r>
          </a:p>
          <a:p>
            <a:pPr lvl="1" algn="just"/>
            <a:r>
              <a:rPr lang="en-US" sz="2600" dirty="0">
                <a:latin typeface="Palatino Linotype" panose="02040502050505030304" pitchFamily="18" charset="0"/>
              </a:rPr>
              <a:t>Its output impedance also matches the low impedance of the power amplifier.</a:t>
            </a:r>
          </a:p>
          <a:p>
            <a:pPr lvl="1" algn="just"/>
            <a:r>
              <a:rPr lang="en-US" sz="2600" dirty="0">
                <a:latin typeface="Palatino Linotype" panose="02040502050505030304" pitchFamily="18" charset="0"/>
              </a:rPr>
              <a:t>Output of the power amplifier should be sufficiently high so as to drive the phosphor elements of the picture tube to glow.</a:t>
            </a:r>
          </a:p>
          <a:p>
            <a:pPr lvl="1" algn="just"/>
            <a:r>
              <a:rPr lang="en-US" sz="2600" dirty="0">
                <a:latin typeface="Palatino Linotype" panose="02040502050505030304" pitchFamily="18" charset="0"/>
              </a:rPr>
              <a:t>Gain of video amplifier varies from 30 dB to 46 dB depending on the size of the picture tube.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Video Section</a:t>
            </a:r>
          </a:p>
        </p:txBody>
      </p:sp>
    </p:spTree>
    <p:extLst>
      <p:ext uri="{BB962C8B-B14F-4D97-AF65-F5344CB8AC3E}">
        <p14:creationId xmlns:p14="http://schemas.microsoft.com/office/powerpoint/2010/main" val="38287904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22</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Picture Tube </a:t>
            </a:r>
            <a:r>
              <a:rPr lang="en-US" sz="2800" dirty="0">
                <a:latin typeface="Palatino Linotype" panose="02040502050505030304" pitchFamily="18" charset="0"/>
              </a:rPr>
              <a:t>– Its function is to convert video signals into picture.</a:t>
            </a:r>
          </a:p>
          <a:p>
            <a:pPr lvl="1" algn="just"/>
            <a:r>
              <a:rPr lang="en-US" sz="2600" dirty="0">
                <a:latin typeface="Palatino Linotype" panose="02040502050505030304" pitchFamily="18" charset="0"/>
              </a:rPr>
              <a:t>Output of the video amplifier is fed to the control grid of the electron gun.</a:t>
            </a:r>
          </a:p>
          <a:p>
            <a:pPr lvl="1" algn="just"/>
            <a:r>
              <a:rPr lang="en-US" sz="2600" dirty="0">
                <a:latin typeface="Palatino Linotype" panose="02040502050505030304" pitchFamily="18" charset="0"/>
              </a:rPr>
              <a:t>Strength of the electron beam is proportional to the video signal.</a:t>
            </a:r>
          </a:p>
          <a:p>
            <a:pPr lvl="1" algn="just"/>
            <a:r>
              <a:rPr lang="en-US" sz="2600" dirty="0">
                <a:latin typeface="Palatino Linotype" panose="02040502050505030304" pitchFamily="18" charset="0"/>
              </a:rPr>
              <a:t>When this beam strikes the phosphor elements on the fluorescent screen in quick succession fro left to right and top to bottom, the picture is reproduced on the rectangular glow (raster) of width to height ratio of 4:3 in traditional and 16:9 in modern high definition receivers.</a:t>
            </a:r>
          </a:p>
          <a:p>
            <a:pPr lvl="1" algn="just"/>
            <a:r>
              <a:rPr lang="en-US" sz="2600" dirty="0">
                <a:latin typeface="Palatino Linotype" panose="02040502050505030304" pitchFamily="18" charset="0"/>
              </a:rPr>
              <a:t>To produce distortion-free picture, scanning at the picture tube is fully synchronized with the scanning at the transmitter by using sync pulses which were received along with the video signal.</a:t>
            </a:r>
          </a:p>
        </p:txBody>
      </p:sp>
    </p:spTree>
    <p:extLst>
      <p:ext uri="{BB962C8B-B14F-4D97-AF65-F5344CB8AC3E}">
        <p14:creationId xmlns:p14="http://schemas.microsoft.com/office/powerpoint/2010/main" val="12582153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23</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This section consists of stages responsible for horizontal and vertical deflection of the scanning beams. </a:t>
            </a:r>
          </a:p>
          <a:p>
            <a:pPr algn="just"/>
            <a:r>
              <a:rPr lang="en-US" sz="2800" dirty="0">
                <a:latin typeface="Palatino Linotype" panose="02040502050505030304" pitchFamily="18" charset="0"/>
              </a:rPr>
              <a:t>Functions of these stages are described hereafter.</a:t>
            </a:r>
          </a:p>
          <a:p>
            <a:pPr algn="just"/>
            <a:r>
              <a:rPr lang="en-US" sz="2800" b="1" dirty="0">
                <a:solidFill>
                  <a:srgbClr val="C00000"/>
                </a:solidFill>
                <a:latin typeface="Palatino Linotype" panose="02040502050505030304" pitchFamily="18" charset="0"/>
              </a:rPr>
              <a:t>Sync Separator </a:t>
            </a:r>
            <a:r>
              <a:rPr lang="en-US" sz="2800" dirty="0">
                <a:latin typeface="Palatino Linotype" panose="02040502050505030304" pitchFamily="18" charset="0"/>
              </a:rPr>
              <a:t>– Signal extracted from the video detector (or from the video pre-amplifier) goes to a sync separator stage.</a:t>
            </a:r>
          </a:p>
          <a:p>
            <a:pPr lvl="1" algn="just"/>
            <a:r>
              <a:rPr lang="en-US" sz="2600" dirty="0">
                <a:latin typeface="Palatino Linotype" panose="02040502050505030304" pitchFamily="18" charset="0"/>
              </a:rPr>
              <a:t>This stage responds to the peaks of the CVS and therefore separates out the sync pulses.</a:t>
            </a:r>
          </a:p>
          <a:p>
            <a:pPr lvl="1" algn="just"/>
            <a:r>
              <a:rPr lang="en-US" sz="2600" dirty="0">
                <a:latin typeface="Palatino Linotype" panose="02040502050505030304" pitchFamily="18" charset="0"/>
              </a:rPr>
              <a:t>The H-sync and V-sync pulses are further separated from each other by using differentiating and integrating circuits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Deflection Section</a:t>
            </a:r>
          </a:p>
        </p:txBody>
      </p:sp>
    </p:spTree>
    <p:extLst>
      <p:ext uri="{BB962C8B-B14F-4D97-AF65-F5344CB8AC3E}">
        <p14:creationId xmlns:p14="http://schemas.microsoft.com/office/powerpoint/2010/main" val="29531092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24</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Vertical Sweep Generator </a:t>
            </a:r>
            <a:r>
              <a:rPr lang="en-US" sz="2800" dirty="0">
                <a:latin typeface="Palatino Linotype" panose="02040502050505030304" pitchFamily="18" charset="0"/>
              </a:rPr>
              <a:t>– The V-sync pulse triggers the V-sweep generator so that it starts at the right time, i.e. at the same time at which V-sweep started in the transmitter.</a:t>
            </a:r>
          </a:p>
          <a:p>
            <a:pPr lvl="1" algn="just"/>
            <a:r>
              <a:rPr lang="en-US" sz="2600" dirty="0">
                <a:latin typeface="Palatino Linotype" panose="02040502050505030304" pitchFamily="18" charset="0"/>
              </a:rPr>
              <a:t>Its frequency is 50 Hz.</a:t>
            </a:r>
          </a:p>
          <a:p>
            <a:pPr algn="just"/>
            <a:r>
              <a:rPr lang="en-US" sz="2800" b="1" dirty="0">
                <a:solidFill>
                  <a:srgbClr val="C00000"/>
                </a:solidFill>
                <a:latin typeface="Palatino Linotype" panose="02040502050505030304" pitchFamily="18" charset="0"/>
              </a:rPr>
              <a:t>V-sweep Amplifiers </a:t>
            </a:r>
            <a:r>
              <a:rPr lang="en-US" sz="2800" dirty="0">
                <a:latin typeface="Palatino Linotype" panose="02040502050505030304" pitchFamily="18" charset="0"/>
              </a:rPr>
              <a:t>– V-sweep is amplified by buffer amplifier, driver amplifier and the output power amplifier.</a:t>
            </a:r>
          </a:p>
          <a:p>
            <a:pPr lvl="1" algn="just"/>
            <a:r>
              <a:rPr lang="en-US" sz="2600" dirty="0">
                <a:latin typeface="Palatino Linotype" panose="02040502050505030304" pitchFamily="18" charset="0"/>
              </a:rPr>
              <a:t>The output current flows through the V-deflection coils in the deflection yoke.</a:t>
            </a:r>
          </a:p>
          <a:p>
            <a:pPr lvl="1" algn="just"/>
            <a:r>
              <a:rPr lang="en-US" sz="2600" dirty="0">
                <a:latin typeface="Palatino Linotype" panose="02040502050505030304" pitchFamily="18" charset="0"/>
              </a:rPr>
              <a:t>This current causes magnetic field which deflects the electron beam vertically from top to bottom and then retraces to the top and so on.</a:t>
            </a:r>
          </a:p>
        </p:txBody>
      </p:sp>
    </p:spTree>
    <p:extLst>
      <p:ext uri="{BB962C8B-B14F-4D97-AF65-F5344CB8AC3E}">
        <p14:creationId xmlns:p14="http://schemas.microsoft.com/office/powerpoint/2010/main" val="3910284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25</a:t>
            </a:fld>
            <a:endParaRPr lang="en-US" noProof="0" dirty="0"/>
          </a:p>
        </p:txBody>
      </p:sp>
      <p:sp>
        <p:nvSpPr>
          <p:cNvPr id="3" name="Content Placeholder 2"/>
          <p:cNvSpPr txBox="1">
            <a:spLocks/>
          </p:cNvSpPr>
          <p:nvPr/>
        </p:nvSpPr>
        <p:spPr>
          <a:xfrm>
            <a:off x="363416" y="706585"/>
            <a:ext cx="11465168" cy="5756625"/>
          </a:xfrm>
          <a:prstGeom prst="rect">
            <a:avLst/>
          </a:prstGeom>
        </p:spPr>
        <p:txBody>
          <a:bodyPr>
            <a:normAutofit lnSpcReduction="10000"/>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Horizontal Sweep Generator </a:t>
            </a:r>
            <a:r>
              <a:rPr lang="en-US" sz="2800" dirty="0">
                <a:latin typeface="Palatino Linotype" panose="02040502050505030304" pitchFamily="18" charset="0"/>
              </a:rPr>
              <a:t>– The H-sweep frequency is timed and controlled by H-sync pulse through an automatic frequency control (AFC) circuit. </a:t>
            </a:r>
          </a:p>
          <a:p>
            <a:pPr lvl="1" algn="just"/>
            <a:r>
              <a:rPr lang="en-US" sz="2600" dirty="0">
                <a:latin typeface="Palatino Linotype" panose="02040502050505030304" pitchFamily="18" charset="0"/>
              </a:rPr>
              <a:t>AFC is a comparator circuit which compares the H-sync frequency with the sweep generator’s frequency.</a:t>
            </a:r>
          </a:p>
          <a:p>
            <a:pPr lvl="1" algn="just"/>
            <a:r>
              <a:rPr lang="en-US" sz="2600" dirty="0">
                <a:latin typeface="Palatino Linotype" panose="02040502050505030304" pitchFamily="18" charset="0"/>
              </a:rPr>
              <a:t>If both are equal, output of AFC is 0 V, but in case of any difference, the output varies from positive dc voltage to a negative dc voltage.</a:t>
            </a:r>
          </a:p>
          <a:p>
            <a:pPr lvl="1" algn="just"/>
            <a:r>
              <a:rPr lang="en-US" sz="2600" dirty="0">
                <a:latin typeface="Palatino Linotype" panose="02040502050505030304" pitchFamily="18" charset="0"/>
              </a:rPr>
              <a:t>This output voltage corrects the sweep generator’s frequency and makes it identical with the H-sync pulse frequency.</a:t>
            </a:r>
          </a:p>
          <a:p>
            <a:pPr algn="just"/>
            <a:r>
              <a:rPr lang="en-US" sz="2800" b="1" dirty="0">
                <a:solidFill>
                  <a:srgbClr val="C00000"/>
                </a:solidFill>
                <a:latin typeface="Palatino Linotype" panose="02040502050505030304" pitchFamily="18" charset="0"/>
              </a:rPr>
              <a:t>H-Sweep Amplifiers </a:t>
            </a:r>
            <a:r>
              <a:rPr lang="en-US" sz="2800" dirty="0">
                <a:latin typeface="Palatino Linotype" panose="02040502050505030304" pitchFamily="18" charset="0"/>
              </a:rPr>
              <a:t>– The synchronized H-sweep is amplified by buffer, driver and power amplifier stages.</a:t>
            </a:r>
          </a:p>
          <a:p>
            <a:pPr lvl="1" algn="just"/>
            <a:r>
              <a:rPr lang="en-US" sz="2600" dirty="0">
                <a:latin typeface="Palatino Linotype" panose="02040502050505030304" pitchFamily="18" charset="0"/>
              </a:rPr>
              <a:t>The output current flows through the H-deflection coils which deflect the electron beam from left to right and back to the left on the next lower line and so on.</a:t>
            </a:r>
          </a:p>
          <a:p>
            <a:pPr lvl="1" algn="just"/>
            <a:r>
              <a:rPr lang="en-US" sz="2600" dirty="0">
                <a:latin typeface="Palatino Linotype" panose="02040502050505030304" pitchFamily="18" charset="0"/>
              </a:rPr>
              <a:t>The frequency of H-deflection sweep current is 15,625 Hz in CCIR B system</a:t>
            </a:r>
          </a:p>
        </p:txBody>
      </p:sp>
    </p:spTree>
    <p:extLst>
      <p:ext uri="{BB962C8B-B14F-4D97-AF65-F5344CB8AC3E}">
        <p14:creationId xmlns:p14="http://schemas.microsoft.com/office/powerpoint/2010/main" val="3460831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26</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dirty="0">
                <a:latin typeface="Palatino Linotype" panose="02040502050505030304" pitchFamily="18" charset="0"/>
              </a:rPr>
              <a:t>H and V deflections permit scanning of the fluorescent screen in a manner identical to the scanning done at the transmitter.</a:t>
            </a:r>
          </a:p>
          <a:p>
            <a:pPr algn="just"/>
            <a:r>
              <a:rPr lang="en-US" sz="2800" dirty="0">
                <a:latin typeface="Palatino Linotype" panose="02040502050505030304" pitchFamily="18" charset="0"/>
              </a:rPr>
              <a:t> Thus the signal which was converted into the signal varying with time is now reconverted into signal varying through width and height (i.e. through space) on the screen of the picture tube. </a:t>
            </a:r>
          </a:p>
          <a:p>
            <a:pPr algn="just"/>
            <a:r>
              <a:rPr lang="en-US" sz="2800" dirty="0">
                <a:latin typeface="Palatino Linotype" panose="02040502050505030304" pitchFamily="18" charset="0"/>
              </a:rPr>
              <a:t>This way, the picture is reproduced on a two dimensional screen.</a:t>
            </a:r>
          </a:p>
        </p:txBody>
      </p:sp>
    </p:spTree>
    <p:extLst>
      <p:ext uri="{BB962C8B-B14F-4D97-AF65-F5344CB8AC3E}">
        <p14:creationId xmlns:p14="http://schemas.microsoft.com/office/powerpoint/2010/main" val="2418592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27</a:t>
            </a:fld>
            <a:endParaRPr lang="en-US" noProof="0" dirty="0"/>
          </a:p>
        </p:txBody>
      </p:sp>
      <p:sp>
        <p:nvSpPr>
          <p:cNvPr id="3" name="Content Placeholder 2"/>
          <p:cNvSpPr>
            <a:spLocks noGrp="1"/>
          </p:cNvSpPr>
          <p:nvPr>
            <p:ph idx="1"/>
          </p:nvPr>
        </p:nvSpPr>
        <p:spPr>
          <a:xfrm>
            <a:off x="363416" y="1641767"/>
            <a:ext cx="11465168" cy="4821443"/>
          </a:xfrm>
        </p:spPr>
        <p:txBody>
          <a:bodyPr>
            <a:normAutofit/>
          </a:bodyPr>
          <a:lstStyle/>
          <a:p>
            <a:pPr algn="just"/>
            <a:r>
              <a:rPr lang="en-US" sz="2800" dirty="0">
                <a:latin typeface="Palatino Linotype" panose="02040502050505030304" pitchFamily="18" charset="0"/>
              </a:rPr>
              <a:t>It consists of the stages responsible for recovering audio signals from the audio modulated FM signal. </a:t>
            </a:r>
          </a:p>
          <a:p>
            <a:pPr algn="just"/>
            <a:r>
              <a:rPr lang="en-US" sz="2800" dirty="0">
                <a:latin typeface="Palatino Linotype" panose="02040502050505030304" pitchFamily="18" charset="0"/>
              </a:rPr>
              <a:t>Functions of these stages are mentioned below.</a:t>
            </a:r>
          </a:p>
          <a:p>
            <a:pPr algn="just"/>
            <a:r>
              <a:rPr lang="en-US" sz="2800" b="1" dirty="0" err="1">
                <a:solidFill>
                  <a:srgbClr val="C00000"/>
                </a:solidFill>
                <a:latin typeface="Palatino Linotype" panose="02040502050505030304" pitchFamily="18" charset="0"/>
              </a:rPr>
              <a:t>Intercarrier</a:t>
            </a:r>
            <a:r>
              <a:rPr lang="en-US" sz="2800" b="1" dirty="0">
                <a:solidFill>
                  <a:srgbClr val="C00000"/>
                </a:solidFill>
                <a:latin typeface="Palatino Linotype" panose="02040502050505030304" pitchFamily="18" charset="0"/>
              </a:rPr>
              <a:t> Frequency Ampliﬁer </a:t>
            </a:r>
            <a:r>
              <a:rPr lang="en-US" sz="2800" dirty="0">
                <a:latin typeface="Palatino Linotype" panose="02040502050505030304" pitchFamily="18" charset="0"/>
              </a:rPr>
              <a:t>- It receives frequency modulated </a:t>
            </a:r>
            <a:r>
              <a:rPr lang="en-US" sz="2800" dirty="0" err="1">
                <a:latin typeface="Palatino Linotype" panose="02040502050505030304" pitchFamily="18" charset="0"/>
              </a:rPr>
              <a:t>intercarrier</a:t>
            </a:r>
            <a:r>
              <a:rPr lang="en-US" sz="2800" dirty="0">
                <a:latin typeface="Palatino Linotype" panose="02040502050505030304" pitchFamily="18" charset="0"/>
              </a:rPr>
              <a:t> frequency of 5.5 MHz through the trap circuit, and amplifies it.</a:t>
            </a:r>
          </a:p>
          <a:p>
            <a:pPr algn="just"/>
            <a:r>
              <a:rPr lang="en-US" sz="2800" b="1" dirty="0">
                <a:solidFill>
                  <a:srgbClr val="C00000"/>
                </a:solidFill>
                <a:latin typeface="Palatino Linotype" panose="02040502050505030304" pitchFamily="18" charset="0"/>
              </a:rPr>
              <a:t>FM Detector </a:t>
            </a:r>
            <a:r>
              <a:rPr lang="en-US" sz="2800" dirty="0">
                <a:latin typeface="Palatino Linotype" panose="02040502050505030304" pitchFamily="18" charset="0"/>
              </a:rPr>
              <a:t>- It consists of a limiter and a phase shift discriminator. </a:t>
            </a:r>
          </a:p>
          <a:p>
            <a:pPr lvl="1" algn="just"/>
            <a:r>
              <a:rPr lang="en-US" sz="2600" dirty="0">
                <a:latin typeface="Palatino Linotype" panose="02040502050505030304" pitchFamily="18" charset="0"/>
              </a:rPr>
              <a:t>It works on the principle of shift in phase when the input frequency changes with respect to the resonant frequency of a resonant circuit. </a:t>
            </a:r>
          </a:p>
          <a:p>
            <a:pPr lvl="1" algn="just"/>
            <a:r>
              <a:rPr lang="en-US" sz="2600" dirty="0">
                <a:latin typeface="Palatino Linotype" panose="02040502050505030304" pitchFamily="18" charset="0"/>
              </a:rPr>
              <a:t>As the phase shift discriminator can detect amplitude modulation also  it is necessary to use a limiter stage.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Sound Section</a:t>
            </a:r>
          </a:p>
        </p:txBody>
      </p:sp>
    </p:spTree>
    <p:extLst>
      <p:ext uri="{BB962C8B-B14F-4D97-AF65-F5344CB8AC3E}">
        <p14:creationId xmlns:p14="http://schemas.microsoft.com/office/powerpoint/2010/main" val="17225752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28</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Audio Voltage Amplifier </a:t>
            </a:r>
            <a:r>
              <a:rPr lang="en-US" sz="2800" dirty="0">
                <a:latin typeface="Palatino Linotype" panose="02040502050505030304" pitchFamily="18" charset="0"/>
              </a:rPr>
              <a:t>– Audio signal is amplified by RC coupled audio voltage amplifier (Class A-type).</a:t>
            </a:r>
          </a:p>
          <a:p>
            <a:pPr algn="just"/>
            <a:r>
              <a:rPr lang="en-US" sz="2800" b="1" dirty="0">
                <a:solidFill>
                  <a:srgbClr val="C00000"/>
                </a:solidFill>
                <a:latin typeface="Palatino Linotype" panose="02040502050505030304" pitchFamily="18" charset="0"/>
              </a:rPr>
              <a:t>De-emphasis</a:t>
            </a:r>
            <a:r>
              <a:rPr lang="en-US" sz="2800" dirty="0">
                <a:latin typeface="Palatino Linotype" panose="02040502050505030304" pitchFamily="18" charset="0"/>
              </a:rPr>
              <a:t> – The audio signal undergoes de-emphasis for high audio frequencies.</a:t>
            </a:r>
          </a:p>
          <a:p>
            <a:pPr lvl="1" algn="just"/>
            <a:r>
              <a:rPr lang="en-US" sz="2600" dirty="0">
                <a:latin typeface="Palatino Linotype" panose="02040502050505030304" pitchFamily="18" charset="0"/>
              </a:rPr>
              <a:t>For high signal to noise ratio, high audio frequencies were </a:t>
            </a:r>
            <a:r>
              <a:rPr lang="en-US" sz="2600" dirty="0" err="1">
                <a:latin typeface="Palatino Linotype" panose="02040502050505030304" pitchFamily="18" charset="0"/>
              </a:rPr>
              <a:t>emphasised</a:t>
            </a:r>
            <a:r>
              <a:rPr lang="en-US" sz="2600" dirty="0">
                <a:latin typeface="Palatino Linotype" panose="02040502050505030304" pitchFamily="18" charset="0"/>
              </a:rPr>
              <a:t> in the transmitter. </a:t>
            </a:r>
          </a:p>
          <a:p>
            <a:pPr lvl="1" algn="just"/>
            <a:r>
              <a:rPr lang="en-US" sz="2600" dirty="0">
                <a:latin typeface="Palatino Linotype" panose="02040502050505030304" pitchFamily="18" charset="0"/>
              </a:rPr>
              <a:t>When they are </a:t>
            </a:r>
            <a:r>
              <a:rPr lang="en-US" sz="2600" dirty="0" err="1">
                <a:latin typeface="Palatino Linotype" panose="02040502050505030304" pitchFamily="18" charset="0"/>
              </a:rPr>
              <a:t>de-emphasised</a:t>
            </a:r>
            <a:r>
              <a:rPr lang="en-US" sz="2600" dirty="0">
                <a:latin typeface="Palatino Linotype" panose="02040502050505030304" pitchFamily="18" charset="0"/>
              </a:rPr>
              <a:t> in the receiver, noise will also be </a:t>
            </a:r>
            <a:r>
              <a:rPr lang="en-US" sz="2600" dirty="0" err="1">
                <a:latin typeface="Palatino Linotype" panose="02040502050505030304" pitchFamily="18" charset="0"/>
              </a:rPr>
              <a:t>de-emphasised</a:t>
            </a:r>
            <a:r>
              <a:rPr lang="en-US" sz="2600" dirty="0">
                <a:latin typeface="Palatino Linotype" panose="02040502050505030304" pitchFamily="18" charset="0"/>
              </a:rPr>
              <a:t>, so the signal to noise ratio will continue to remain high. </a:t>
            </a:r>
          </a:p>
          <a:p>
            <a:pPr lvl="1" algn="just"/>
            <a:r>
              <a:rPr lang="en-US" sz="2600" dirty="0">
                <a:latin typeface="Palatino Linotype" panose="02040502050505030304" pitchFamily="18" charset="0"/>
              </a:rPr>
              <a:t>De-emphasis is essential to have relative proportions of amplitude for the full audio range as they were in the original sound.</a:t>
            </a:r>
          </a:p>
        </p:txBody>
      </p:sp>
    </p:spTree>
    <p:extLst>
      <p:ext uri="{BB962C8B-B14F-4D97-AF65-F5344CB8AC3E}">
        <p14:creationId xmlns:p14="http://schemas.microsoft.com/office/powerpoint/2010/main" val="801489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29</a:t>
            </a:fld>
            <a:endParaRPr lang="en-US" noProof="0" dirty="0"/>
          </a:p>
        </p:txBody>
      </p:sp>
      <p:sp>
        <p:nvSpPr>
          <p:cNvPr id="3" name="Content Placeholder 2"/>
          <p:cNvSpPr txBox="1">
            <a:spLocks/>
          </p:cNvSpPr>
          <p:nvPr/>
        </p:nvSpPr>
        <p:spPr>
          <a:xfrm>
            <a:off x="363416" y="810491"/>
            <a:ext cx="11465168" cy="5652716"/>
          </a:xfrm>
          <a:prstGeom prst="rect">
            <a:avLst/>
          </a:prstGeom>
        </p:spPr>
        <p:txBody>
          <a:bodyPr>
            <a:normAutofit/>
          </a:bodyPr>
          <a:lst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C00000"/>
                </a:solidFill>
                <a:latin typeface="Palatino Linotype" panose="02040502050505030304" pitchFamily="18" charset="0"/>
              </a:rPr>
              <a:t>Audio Power Amplifier </a:t>
            </a:r>
            <a:r>
              <a:rPr lang="en-US" sz="2800" dirty="0">
                <a:latin typeface="Palatino Linotype" panose="02040502050505030304" pitchFamily="18" charset="0"/>
              </a:rPr>
              <a:t>– This is the final amplifier in audio section which gives sufficient power output to drive the loudspeaker system of the TV receiver. </a:t>
            </a:r>
          </a:p>
          <a:p>
            <a:pPr lvl="1" algn="just"/>
            <a:r>
              <a:rPr lang="en-US" sz="2600" dirty="0">
                <a:latin typeface="Palatino Linotype" panose="02040502050505030304" pitchFamily="18" charset="0"/>
              </a:rPr>
              <a:t>Generally it is the push-pull type.</a:t>
            </a:r>
          </a:p>
          <a:p>
            <a:pPr algn="just"/>
            <a:r>
              <a:rPr lang="en-US" sz="2800" b="1" dirty="0">
                <a:solidFill>
                  <a:srgbClr val="C00000"/>
                </a:solidFill>
                <a:latin typeface="Palatino Linotype" panose="02040502050505030304" pitchFamily="18" charset="0"/>
              </a:rPr>
              <a:t>Loudspeaker</a:t>
            </a:r>
            <a:r>
              <a:rPr lang="en-US" sz="2800" dirty="0">
                <a:latin typeface="Palatino Linotype" panose="02040502050505030304" pitchFamily="18" charset="0"/>
              </a:rPr>
              <a:t> - It converts audio signal into sound waves to reproduce the original sound.</a:t>
            </a:r>
          </a:p>
          <a:p>
            <a:pPr lvl="1" algn="just"/>
            <a:r>
              <a:rPr lang="en-US" sz="2600" dirty="0">
                <a:latin typeface="Palatino Linotype" panose="02040502050505030304" pitchFamily="18" charset="0"/>
              </a:rPr>
              <a:t>The voice-coil, carrying audio current, is placed in the field of a permanent magnet, it experiences a force that makes it vibrate.</a:t>
            </a:r>
          </a:p>
          <a:p>
            <a:pPr lvl="1" algn="just"/>
            <a:r>
              <a:rPr lang="en-US" sz="2600" dirty="0">
                <a:latin typeface="Palatino Linotype" panose="02040502050505030304" pitchFamily="18" charset="0"/>
              </a:rPr>
              <a:t>A paper cone attached to the coil also vibrates and produces pressure variations in the air.</a:t>
            </a:r>
          </a:p>
        </p:txBody>
      </p:sp>
    </p:spTree>
    <p:extLst>
      <p:ext uri="{BB962C8B-B14F-4D97-AF65-F5344CB8AC3E}">
        <p14:creationId xmlns:p14="http://schemas.microsoft.com/office/powerpoint/2010/main" val="3763429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30</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Controls in a TV receiver are provided to improve the vision and sound to the desired level. </a:t>
            </a:r>
          </a:p>
          <a:p>
            <a:pPr algn="just"/>
            <a:r>
              <a:rPr lang="en-US" sz="2800" dirty="0">
                <a:latin typeface="Palatino Linotype" panose="02040502050505030304" pitchFamily="18" charset="0"/>
              </a:rPr>
              <a:t>There are two types of controls:</a:t>
            </a:r>
          </a:p>
          <a:p>
            <a:pPr marL="0" indent="0" algn="just">
              <a:buNone/>
            </a:pPr>
            <a:r>
              <a:rPr lang="en-US" sz="2800" dirty="0">
                <a:latin typeface="Palatino Linotype" panose="02040502050505030304" pitchFamily="18" charset="0"/>
              </a:rPr>
              <a:t>	1. Front panel controls which are handled by the user himself.</a:t>
            </a:r>
          </a:p>
          <a:p>
            <a:pPr marL="0" indent="0" algn="just">
              <a:buNone/>
            </a:pPr>
            <a:r>
              <a:rPr lang="en-US" sz="2800" dirty="0">
                <a:latin typeface="Palatino Linotype" panose="02040502050505030304" pitchFamily="18" charset="0"/>
              </a:rPr>
              <a:t>	2. Controls on the chassis which are used by the trained 		technicians while checking the performance</a:t>
            </a:r>
          </a:p>
          <a:p>
            <a:pPr algn="just"/>
            <a:r>
              <a:rPr lang="en-US" sz="2800" dirty="0">
                <a:latin typeface="Palatino Linotype" panose="02040502050505030304" pitchFamily="18" charset="0"/>
              </a:rPr>
              <a:t>These controls are shown in the next figure, with their description following.</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Controls in a TV Receiver</a:t>
            </a:r>
          </a:p>
        </p:txBody>
      </p:sp>
    </p:spTree>
    <p:extLst>
      <p:ext uri="{BB962C8B-B14F-4D97-AF65-F5344CB8AC3E}">
        <p14:creationId xmlns:p14="http://schemas.microsoft.com/office/powerpoint/2010/main" val="3355120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31</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305318" y="248313"/>
            <a:ext cx="5781405" cy="6477161"/>
          </a:xfrm>
          <a:prstGeom prst="rect">
            <a:avLst/>
          </a:prstGeom>
        </p:spPr>
      </p:pic>
      <p:sp>
        <p:nvSpPr>
          <p:cNvPr id="4" name="Rectangle 3"/>
          <p:cNvSpPr/>
          <p:nvPr/>
        </p:nvSpPr>
        <p:spPr>
          <a:xfrm>
            <a:off x="9085385" y="2886728"/>
            <a:ext cx="2346950" cy="1200329"/>
          </a:xfrm>
          <a:prstGeom prst="rect">
            <a:avLst/>
          </a:prstGeom>
          <a:solidFill>
            <a:schemeClr val="accent4"/>
          </a:solidFill>
        </p:spPr>
        <p:txBody>
          <a:bodyPr wrap="square">
            <a:spAutoFit/>
          </a:bodyPr>
          <a:lstStyle/>
          <a:p>
            <a:r>
              <a:rPr lang="en-US" sz="2400" b="1" dirty="0">
                <a:latin typeface="Palatino Linotype" panose="02040502050505030304" pitchFamily="18" charset="0"/>
              </a:rPr>
              <a:t>Controls in a monochrome TV receiver</a:t>
            </a:r>
          </a:p>
        </p:txBody>
      </p:sp>
    </p:spTree>
    <p:extLst>
      <p:ext uri="{BB962C8B-B14F-4D97-AF65-F5344CB8AC3E}">
        <p14:creationId xmlns:p14="http://schemas.microsoft.com/office/powerpoint/2010/main" val="26990015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32</a:t>
            </a:fld>
            <a:endParaRPr lang="en-US" noProof="0" dirty="0"/>
          </a:p>
        </p:txBody>
      </p:sp>
      <p:sp>
        <p:nvSpPr>
          <p:cNvPr id="3" name="Content Placeholder 2"/>
          <p:cNvSpPr>
            <a:spLocks noGrp="1"/>
          </p:cNvSpPr>
          <p:nvPr>
            <p:ph idx="1"/>
          </p:nvPr>
        </p:nvSpPr>
        <p:spPr/>
        <p:txBody>
          <a:bodyPr>
            <a:normAutofit/>
          </a:bodyPr>
          <a:lstStyle/>
          <a:p>
            <a:pPr algn="just"/>
            <a:r>
              <a:rPr lang="en-US" sz="2800" b="1" dirty="0">
                <a:solidFill>
                  <a:srgbClr val="7030A0"/>
                </a:solidFill>
                <a:latin typeface="Palatino Linotype" panose="02040502050505030304" pitchFamily="18" charset="0"/>
              </a:rPr>
              <a:t>Volume Control </a:t>
            </a:r>
            <a:r>
              <a:rPr lang="en-US" sz="2800" dirty="0">
                <a:latin typeface="Palatino Linotype" panose="02040502050505030304" pitchFamily="18" charset="0"/>
              </a:rPr>
              <a:t>– Is a potentiometer in the audio voltage amplifier  which adjusts the audio signal to the wanted level</a:t>
            </a:r>
          </a:p>
          <a:p>
            <a:pPr algn="just"/>
            <a:r>
              <a:rPr lang="en-US" sz="2800" dirty="0">
                <a:latin typeface="Palatino Linotype" panose="02040502050505030304" pitchFamily="18" charset="0"/>
              </a:rPr>
              <a:t>Bass Control – It’s another potentiometer in the audio voltage amplifier which is used to boost or cut bass (low audio frequencies)</a:t>
            </a:r>
          </a:p>
          <a:p>
            <a:pPr algn="just"/>
            <a:r>
              <a:rPr lang="en-US" sz="2800" dirty="0">
                <a:latin typeface="Palatino Linotype" panose="02040502050505030304" pitchFamily="18" charset="0"/>
              </a:rPr>
              <a:t>Treble Control - It’s another potentiometer in the audio voltage amplifier which is used to boost or cut treble (high audio frequencies)</a:t>
            </a:r>
          </a:p>
          <a:p>
            <a:pPr algn="just"/>
            <a:endParaRPr lang="en-US" sz="2800" dirty="0">
              <a:latin typeface="Palatino Linotype" panose="02040502050505030304" pitchFamily="18" charset="0"/>
            </a:endParaRP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Sound Controls</a:t>
            </a:r>
          </a:p>
        </p:txBody>
      </p:sp>
    </p:spTree>
    <p:extLst>
      <p:ext uri="{BB962C8B-B14F-4D97-AF65-F5344CB8AC3E}">
        <p14:creationId xmlns:p14="http://schemas.microsoft.com/office/powerpoint/2010/main" val="22081914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33</a:t>
            </a:fld>
            <a:endParaRPr lang="en-US" noProof="0" dirty="0"/>
          </a:p>
        </p:txBody>
      </p:sp>
      <p:pic>
        <p:nvPicPr>
          <p:cNvPr id="3" name="Picture 2"/>
          <p:cNvPicPr>
            <a:picLocks noChangeAspect="1"/>
          </p:cNvPicPr>
          <p:nvPr/>
        </p:nvPicPr>
        <p:blipFill>
          <a:blip r:embed="rId2"/>
          <a:stretch>
            <a:fillRect/>
          </a:stretch>
        </p:blipFill>
        <p:spPr>
          <a:xfrm>
            <a:off x="1206635" y="583054"/>
            <a:ext cx="10042767" cy="5152728"/>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2873619" y="6001545"/>
            <a:ext cx="6708797" cy="461665"/>
          </a:xfrm>
          <a:prstGeom prst="rect">
            <a:avLst/>
          </a:prstGeom>
          <a:solidFill>
            <a:schemeClr val="accent4"/>
          </a:solidFill>
        </p:spPr>
        <p:txBody>
          <a:bodyPr wrap="square">
            <a:spAutoFit/>
          </a:bodyPr>
          <a:lstStyle/>
          <a:p>
            <a:pPr algn="ctr"/>
            <a:r>
              <a:rPr lang="en-US" sz="2400" b="1" dirty="0">
                <a:latin typeface="Palatino Linotype" panose="02040502050505030304" pitchFamily="18" charset="0"/>
              </a:rPr>
              <a:t>Audio Voltage Amplifier with Controls</a:t>
            </a:r>
          </a:p>
        </p:txBody>
      </p:sp>
    </p:spTree>
    <p:extLst>
      <p:ext uri="{BB962C8B-B14F-4D97-AF65-F5344CB8AC3E}">
        <p14:creationId xmlns:p14="http://schemas.microsoft.com/office/powerpoint/2010/main" val="3995877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34</a:t>
            </a:fld>
            <a:endParaRPr lang="en-US" noProof="0" dirty="0"/>
          </a:p>
        </p:txBody>
      </p:sp>
      <p:sp>
        <p:nvSpPr>
          <p:cNvPr id="3" name="Content Placeholder 2"/>
          <p:cNvSpPr>
            <a:spLocks noGrp="1"/>
          </p:cNvSpPr>
          <p:nvPr>
            <p:ph idx="1"/>
          </p:nvPr>
        </p:nvSpPr>
        <p:spPr>
          <a:xfrm>
            <a:off x="363418" y="1825624"/>
            <a:ext cx="11465168" cy="4637585"/>
          </a:xfrm>
        </p:spPr>
        <p:txBody>
          <a:bodyPr>
            <a:normAutofit/>
          </a:bodyPr>
          <a:lstStyle/>
          <a:p>
            <a:pPr algn="just"/>
            <a:r>
              <a:rPr lang="en-US" sz="2800" b="1" dirty="0">
                <a:solidFill>
                  <a:srgbClr val="7030A0"/>
                </a:solidFill>
                <a:latin typeface="Palatino Linotype" panose="02040502050505030304" pitchFamily="18" charset="0"/>
              </a:rPr>
              <a:t>On-oﬀ Switch </a:t>
            </a:r>
            <a:r>
              <a:rPr lang="en-US" sz="2800" dirty="0">
                <a:latin typeface="Palatino Linotype" panose="02040502050505030304" pitchFamily="18" charset="0"/>
              </a:rPr>
              <a:t>– It is an on-off control on the front panel to turn the receiver on or off.</a:t>
            </a:r>
          </a:p>
          <a:p>
            <a:pPr algn="just"/>
            <a:r>
              <a:rPr lang="en-US" sz="2800" b="1" dirty="0">
                <a:solidFill>
                  <a:srgbClr val="7030A0"/>
                </a:solidFill>
                <a:latin typeface="Palatino Linotype" panose="02040502050505030304" pitchFamily="18" charset="0"/>
              </a:rPr>
              <a:t>Contrast Control </a:t>
            </a:r>
            <a:r>
              <a:rPr lang="en-US" sz="2800" dirty="0">
                <a:latin typeface="Palatino Linotype" panose="02040502050505030304" pitchFamily="18" charset="0"/>
              </a:rPr>
              <a:t>– It adjusts the contrast in the video amplifier, controlling its gain. Higher gain gives whiter picture and hence increases the contrast. </a:t>
            </a:r>
          </a:p>
          <a:p>
            <a:pPr algn="just"/>
            <a:r>
              <a:rPr lang="en-US" sz="2800" b="1" dirty="0">
                <a:solidFill>
                  <a:srgbClr val="7030A0"/>
                </a:solidFill>
                <a:latin typeface="Palatino Linotype" panose="02040502050505030304" pitchFamily="18" charset="0"/>
              </a:rPr>
              <a:t>Brightness Control </a:t>
            </a:r>
            <a:r>
              <a:rPr lang="en-US" sz="2800" dirty="0">
                <a:latin typeface="Palatino Linotype" panose="02040502050505030304" pitchFamily="18" charset="0"/>
              </a:rPr>
              <a:t>- It adjusts the brightness on the screen by adjusting dc voltage on the control grid with respect to the cathode. Greater the voltage, greater would be the brightness.</a:t>
            </a:r>
          </a:p>
          <a:p>
            <a:pPr algn="just"/>
            <a:r>
              <a:rPr lang="en-US" sz="2800" b="1" dirty="0">
                <a:solidFill>
                  <a:srgbClr val="7030A0"/>
                </a:solidFill>
                <a:latin typeface="Palatino Linotype" panose="02040502050505030304" pitchFamily="18" charset="0"/>
              </a:rPr>
              <a:t>Fine Tuning </a:t>
            </a:r>
            <a:r>
              <a:rPr lang="en-US" sz="2800" dirty="0">
                <a:latin typeface="Palatino Linotype" panose="02040502050505030304" pitchFamily="18" charset="0"/>
              </a:rPr>
              <a:t>- This </a:t>
            </a:r>
            <a:r>
              <a:rPr lang="en-US" sz="2800" dirty="0" err="1">
                <a:latin typeface="Palatino Linotype" panose="02040502050505030304" pitchFamily="18" charset="0"/>
              </a:rPr>
              <a:t>optimises</a:t>
            </a:r>
            <a:r>
              <a:rPr lang="en-US" sz="2800" dirty="0">
                <a:latin typeface="Palatino Linotype" panose="02040502050505030304" pitchFamily="18" charset="0"/>
              </a:rPr>
              <a:t> the tuning of local oscillator frequency so that correct IF signal is produced for audio and video carrier.</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Other Controls in a TV Receiver</a:t>
            </a:r>
          </a:p>
        </p:txBody>
      </p:sp>
    </p:spTree>
    <p:extLst>
      <p:ext uri="{BB962C8B-B14F-4D97-AF65-F5344CB8AC3E}">
        <p14:creationId xmlns:p14="http://schemas.microsoft.com/office/powerpoint/2010/main" val="359876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35</a:t>
            </a:fld>
            <a:endParaRPr lang="en-US" noProof="0" dirty="0"/>
          </a:p>
        </p:txBody>
      </p:sp>
      <p:sp>
        <p:nvSpPr>
          <p:cNvPr id="3" name="Content Placeholder 2"/>
          <p:cNvSpPr txBox="1">
            <a:spLocks/>
          </p:cNvSpPr>
          <p:nvPr/>
        </p:nvSpPr>
        <p:spPr>
          <a:xfrm>
            <a:off x="363418" y="935182"/>
            <a:ext cx="11465168" cy="5528027"/>
          </a:xfrm>
          <a:prstGeom prst="rect">
            <a:avLst/>
          </a:prstGeom>
        </p:spPr>
        <p:txBody>
          <a:bodyPr>
            <a:normAutofit/>
          </a:bodyPr>
          <a:lstStyle>
            <a:lvl1pPr marL="228591" indent="-228591" algn="l" defTabSz="914361"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772" indent="-228591" algn="l" defTabSz="914361"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2952" indent="-228591" algn="l" defTabSz="914361"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133" indent="-228591" algn="l" defTabSz="914361"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314" indent="-228591" algn="l" defTabSz="914361"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495"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7030A0"/>
                </a:solidFill>
                <a:latin typeface="Palatino Linotype" panose="02040502050505030304" pitchFamily="18" charset="0"/>
              </a:rPr>
              <a:t>Channel Selection </a:t>
            </a:r>
            <a:r>
              <a:rPr lang="en-US" sz="2800" dirty="0">
                <a:latin typeface="Palatino Linotype" panose="02040502050505030304" pitchFamily="18" charset="0"/>
              </a:rPr>
              <a:t>– It selects the desired channel. Modern receivers use synthesized tuning in which the desired channel can be selected by adjusting programmable dividers through push button switches.</a:t>
            </a:r>
          </a:p>
          <a:p>
            <a:pPr marL="0" indent="0" algn="ctr">
              <a:buNone/>
            </a:pPr>
            <a:r>
              <a:rPr lang="en-US" sz="2800" b="1" dirty="0">
                <a:solidFill>
                  <a:srgbClr val="7030A0"/>
                </a:solidFill>
                <a:latin typeface="Palatino Linotype" panose="02040502050505030304" pitchFamily="18" charset="0"/>
              </a:rPr>
              <a:t>CONTROLS ON CHASIS</a:t>
            </a:r>
            <a:endParaRPr lang="en-US" sz="2800" dirty="0">
              <a:latin typeface="Palatino Linotype" panose="02040502050505030304" pitchFamily="18" charset="0"/>
            </a:endParaRPr>
          </a:p>
          <a:p>
            <a:pPr algn="just"/>
            <a:r>
              <a:rPr lang="en-US" sz="2800" b="1" dirty="0">
                <a:solidFill>
                  <a:srgbClr val="7030A0"/>
                </a:solidFill>
                <a:latin typeface="Palatino Linotype" panose="02040502050505030304" pitchFamily="18" charset="0"/>
              </a:rPr>
              <a:t>Vertical Hold Control</a:t>
            </a:r>
            <a:r>
              <a:rPr lang="en-US" sz="2800" dirty="0">
                <a:latin typeface="Palatino Linotype" panose="02040502050505030304" pitchFamily="18" charset="0"/>
              </a:rPr>
              <a:t> - It is located in the V-oscillator and changes its frequency to stop vertical rolling of the picture. </a:t>
            </a:r>
          </a:p>
          <a:p>
            <a:pPr algn="just"/>
            <a:r>
              <a:rPr lang="en-US" sz="2800" b="1" dirty="0">
                <a:solidFill>
                  <a:srgbClr val="7030A0"/>
                </a:solidFill>
                <a:latin typeface="Palatino Linotype" panose="02040502050505030304" pitchFamily="18" charset="0"/>
              </a:rPr>
              <a:t>Vertical Height Control </a:t>
            </a:r>
            <a:r>
              <a:rPr lang="en-US" sz="2800" dirty="0">
                <a:latin typeface="Palatino Linotype" panose="02040502050505030304" pitchFamily="18" charset="0"/>
              </a:rPr>
              <a:t>- It is also located in the V-oscillator and determines the peak value of ramp voltage by charging the capacitor through a variable resistor.</a:t>
            </a:r>
          </a:p>
          <a:p>
            <a:pPr algn="just"/>
            <a:r>
              <a:rPr lang="en-US" sz="2800" b="1" dirty="0">
                <a:solidFill>
                  <a:srgbClr val="7030A0"/>
                </a:solidFill>
                <a:latin typeface="Palatino Linotype" panose="02040502050505030304" pitchFamily="18" charset="0"/>
              </a:rPr>
              <a:t>Vertical Linearity Control </a:t>
            </a:r>
            <a:r>
              <a:rPr lang="en-US" sz="2800" dirty="0">
                <a:latin typeface="Palatino Linotype" panose="02040502050505030304" pitchFamily="18" charset="0"/>
              </a:rPr>
              <a:t>- It provides equal spacing between the H-scan lines. It is located in the V-deflection power amplifier.</a:t>
            </a:r>
          </a:p>
        </p:txBody>
      </p:sp>
    </p:spTree>
    <p:extLst>
      <p:ext uri="{BB962C8B-B14F-4D97-AF65-F5344CB8AC3E}">
        <p14:creationId xmlns:p14="http://schemas.microsoft.com/office/powerpoint/2010/main" val="14736770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36</a:t>
            </a:fld>
            <a:endParaRPr lang="en-US" noProof="0" dirty="0"/>
          </a:p>
        </p:txBody>
      </p:sp>
      <p:sp>
        <p:nvSpPr>
          <p:cNvPr id="3" name="Content Placeholder 2"/>
          <p:cNvSpPr txBox="1">
            <a:spLocks/>
          </p:cNvSpPr>
          <p:nvPr/>
        </p:nvSpPr>
        <p:spPr>
          <a:xfrm>
            <a:off x="363418" y="935182"/>
            <a:ext cx="11465168" cy="5528027"/>
          </a:xfrm>
          <a:prstGeom prst="rect">
            <a:avLst/>
          </a:prstGeom>
        </p:spPr>
        <p:txBody>
          <a:bodyPr>
            <a:normAutofit/>
          </a:bodyPr>
          <a:lstStyle>
            <a:lvl1pPr marL="228591" indent="-228591" algn="l" defTabSz="914361" rtl="0" eaLnBrk="1" latinLnBrk="0" hangingPunct="1">
              <a:lnSpc>
                <a:spcPct val="90000"/>
              </a:lnSpc>
              <a:spcBef>
                <a:spcPts val="1000"/>
              </a:spcBef>
              <a:buClr>
                <a:schemeClr val="accent1"/>
              </a:buClr>
              <a:buFont typeface="Arial" panose="020B0604020202020204" pitchFamily="34" charset="0"/>
              <a:buChar char="•"/>
              <a:defRPr sz="1800" kern="1200">
                <a:solidFill>
                  <a:schemeClr val="tx1"/>
                </a:solidFill>
                <a:latin typeface="+mn-lt"/>
                <a:ea typeface="+mn-ea"/>
                <a:cs typeface="+mn-cs"/>
              </a:defRPr>
            </a:lvl1pPr>
            <a:lvl2pPr marL="685772" indent="-228591" algn="l" defTabSz="914361"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2pPr>
            <a:lvl3pPr marL="1142952" indent="-228591" algn="l" defTabSz="914361"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3pPr>
            <a:lvl4pPr marL="1600133" indent="-228591" algn="l" defTabSz="914361"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4pPr>
            <a:lvl5pPr marL="2057314" indent="-228591" algn="l" defTabSz="914361"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495"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76"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5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37" indent="-228591" algn="l" defTabSz="91436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800" b="1" dirty="0">
                <a:solidFill>
                  <a:srgbClr val="7030A0"/>
                </a:solidFill>
                <a:latin typeface="Palatino Linotype" panose="02040502050505030304" pitchFamily="18" charset="0"/>
              </a:rPr>
              <a:t>H-hold Control</a:t>
            </a:r>
            <a:r>
              <a:rPr lang="en-US" sz="2800" dirty="0">
                <a:latin typeface="Palatino Linotype" panose="02040502050505030304" pitchFamily="18" charset="0"/>
              </a:rPr>
              <a:t> - It is located in the H-oscillator and prevents diagonal splitting of the picture by adjusting the H-oscillator frequency when AFC is not able to correct it.</a:t>
            </a:r>
          </a:p>
          <a:p>
            <a:pPr algn="just"/>
            <a:r>
              <a:rPr lang="en-US" sz="2800" b="1" dirty="0">
                <a:solidFill>
                  <a:srgbClr val="7030A0"/>
                </a:solidFill>
                <a:latin typeface="Palatino Linotype" panose="02040502050505030304" pitchFamily="18" charset="0"/>
              </a:rPr>
              <a:t>H-width Control </a:t>
            </a:r>
            <a:r>
              <a:rPr lang="en-US" sz="2800" dirty="0">
                <a:latin typeface="Palatino Linotype" panose="02040502050505030304" pitchFamily="18" charset="0"/>
              </a:rPr>
              <a:t>- It is also located in the H-oscillator and controls the charging rate of the capacitor in sweep generator.</a:t>
            </a:r>
          </a:p>
          <a:p>
            <a:pPr algn="just"/>
            <a:r>
              <a:rPr lang="en-US" sz="2800" b="1" dirty="0">
                <a:solidFill>
                  <a:srgbClr val="7030A0"/>
                </a:solidFill>
                <a:latin typeface="Palatino Linotype" panose="02040502050505030304" pitchFamily="18" charset="0"/>
              </a:rPr>
              <a:t>H-linearity Control </a:t>
            </a:r>
            <a:r>
              <a:rPr lang="en-US" sz="2800" dirty="0">
                <a:latin typeface="Palatino Linotype" panose="02040502050505030304" pitchFamily="18" charset="0"/>
              </a:rPr>
              <a:t>- It is located in the H-deflection amplifier and ensures that picture is uniformly displayed from left to right.</a:t>
            </a:r>
          </a:p>
          <a:p>
            <a:pPr algn="just"/>
            <a:r>
              <a:rPr lang="en-US" sz="2800" dirty="0">
                <a:latin typeface="Palatino Linotype" panose="02040502050505030304" pitchFamily="18" charset="0"/>
              </a:rPr>
              <a:t>Read more concerning TV controls from the following link: </a:t>
            </a:r>
            <a:r>
              <a:rPr lang="en-US" sz="2800" dirty="0">
                <a:latin typeface="Palatino Linotype" panose="02040502050505030304" pitchFamily="18" charset="0"/>
                <a:hlinkClick r:id="rId2"/>
              </a:rPr>
              <a:t>http://machineryequipmentonline.com/electric-equipment/audio-and-video-systems-television-controls/</a:t>
            </a:r>
            <a:endParaRPr lang="en-US" sz="2800" dirty="0">
              <a:latin typeface="Palatino Linotype" panose="02040502050505030304" pitchFamily="18" charset="0"/>
            </a:endParaRPr>
          </a:p>
          <a:p>
            <a:pPr algn="just"/>
            <a:endParaRPr lang="en-US" sz="2800" dirty="0">
              <a:latin typeface="Palatino Linotype" panose="02040502050505030304" pitchFamily="18" charset="0"/>
            </a:endParaRPr>
          </a:p>
        </p:txBody>
      </p:sp>
    </p:spTree>
    <p:extLst>
      <p:ext uri="{BB962C8B-B14F-4D97-AF65-F5344CB8AC3E}">
        <p14:creationId xmlns:p14="http://schemas.microsoft.com/office/powerpoint/2010/main" val="3900665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37</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An integrated circuit (IC or chip) is a miniature electronic circuit consisting of semiconductor devices, resistors and small value capacitors integrated on the surface of a silicon substrate.</a:t>
            </a:r>
          </a:p>
          <a:p>
            <a:pPr algn="just"/>
            <a:r>
              <a:rPr lang="en-US" sz="2800" dirty="0">
                <a:latin typeface="Palatino Linotype" panose="02040502050505030304" pitchFamily="18" charset="0"/>
              </a:rPr>
              <a:t>They are interconnected within the chip to form functional circuits like amplifiers, oscillators, detectors, AGC, AFC, electronic switches, logic gates, etc., or even complete systems. </a:t>
            </a:r>
          </a:p>
          <a:p>
            <a:pPr algn="just"/>
            <a:r>
              <a:rPr lang="en-US" sz="2800" dirty="0">
                <a:latin typeface="Palatino Linotype" panose="02040502050505030304" pitchFamily="18" charset="0"/>
              </a:rPr>
              <a:t>Their advantages and limitations are as follows.</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Television Receivers Based on ICs</a:t>
            </a:r>
          </a:p>
        </p:txBody>
      </p:sp>
    </p:spTree>
    <p:extLst>
      <p:ext uri="{BB962C8B-B14F-4D97-AF65-F5344CB8AC3E}">
        <p14:creationId xmlns:p14="http://schemas.microsoft.com/office/powerpoint/2010/main" val="1119569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38</a:t>
            </a:fld>
            <a:endParaRPr lang="en-US" noProof="0" dirty="0"/>
          </a:p>
        </p:txBody>
      </p:sp>
      <p:sp>
        <p:nvSpPr>
          <p:cNvPr id="3" name="Content Placeholder 2"/>
          <p:cNvSpPr>
            <a:spLocks noGrp="1"/>
          </p:cNvSpPr>
          <p:nvPr>
            <p:ph idx="1"/>
          </p:nvPr>
        </p:nvSpPr>
        <p:spPr>
          <a:xfrm>
            <a:off x="363418" y="1721715"/>
            <a:ext cx="11465168" cy="4886970"/>
          </a:xfrm>
        </p:spPr>
        <p:txBody>
          <a:bodyPr>
            <a:normAutofit/>
          </a:bodyPr>
          <a:lstStyle/>
          <a:p>
            <a:pPr marL="514350" indent="-514350" algn="just">
              <a:buFont typeface="+mj-lt"/>
              <a:buAutoNum type="arabicPeriod"/>
            </a:pPr>
            <a:r>
              <a:rPr lang="en-US" sz="2800" dirty="0">
                <a:latin typeface="Palatino Linotype" panose="02040502050505030304" pitchFamily="18" charset="0"/>
              </a:rPr>
              <a:t>Reliability of an IC is much higher as compared to the discrete components integrated on the chip.</a:t>
            </a:r>
          </a:p>
          <a:p>
            <a:pPr marL="514350" indent="-514350" algn="just">
              <a:buFont typeface="+mj-lt"/>
              <a:buAutoNum type="arabicPeriod"/>
            </a:pPr>
            <a:r>
              <a:rPr lang="en-US" sz="2800" dirty="0">
                <a:latin typeface="Palatino Linotype" panose="02040502050505030304" pitchFamily="18" charset="0"/>
              </a:rPr>
              <a:t>Interconnections are very solid and fool proof and do not pose problems of a dry/cold solder joints or loose connections.</a:t>
            </a:r>
          </a:p>
          <a:p>
            <a:pPr marL="514350" indent="-514350" algn="just">
              <a:buFont typeface="+mj-lt"/>
              <a:buAutoNum type="arabicPeriod"/>
            </a:pPr>
            <a:r>
              <a:rPr lang="en-US" sz="2800" dirty="0">
                <a:latin typeface="Palatino Linotype" panose="02040502050505030304" pitchFamily="18" charset="0"/>
              </a:rPr>
              <a:t>Miniature size results in the system becoming very compact.</a:t>
            </a:r>
          </a:p>
          <a:p>
            <a:pPr marL="514350" indent="-514350" algn="just">
              <a:buFont typeface="+mj-lt"/>
              <a:buAutoNum type="arabicPeriod"/>
            </a:pPr>
            <a:r>
              <a:rPr lang="en-US" sz="2800" dirty="0">
                <a:latin typeface="Palatino Linotype" panose="02040502050505030304" pitchFamily="18" charset="0"/>
              </a:rPr>
              <a:t>Fault diagnosis is easy. Instead of testing signals and voltages at pins of hundreds  of thousands of components, testing is done only for input and output signals and for dc voltages at a few pins of an IC only.</a:t>
            </a:r>
          </a:p>
          <a:p>
            <a:pPr marL="514350" indent="-514350" algn="just">
              <a:buFont typeface="+mj-lt"/>
              <a:buAutoNum type="arabicPeriod"/>
            </a:pPr>
            <a:r>
              <a:rPr lang="en-US" sz="2800" dirty="0">
                <a:latin typeface="Palatino Linotype" panose="02040502050505030304" pitchFamily="18" charset="0"/>
              </a:rPr>
              <a:t>Cost of an IC is very low as compared to the total cost of individual active and passive components integrated on the chip.</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Advantages</a:t>
            </a:r>
          </a:p>
        </p:txBody>
      </p:sp>
    </p:spTree>
    <p:extLst>
      <p:ext uri="{BB962C8B-B14F-4D97-AF65-F5344CB8AC3E}">
        <p14:creationId xmlns:p14="http://schemas.microsoft.com/office/powerpoint/2010/main" val="6905630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39</a:t>
            </a:fld>
            <a:endParaRPr lang="en-US" noProof="0" dirty="0"/>
          </a:p>
        </p:txBody>
      </p:sp>
      <p:sp>
        <p:nvSpPr>
          <p:cNvPr id="3" name="Content Placeholder 2"/>
          <p:cNvSpPr>
            <a:spLocks noGrp="1"/>
          </p:cNvSpPr>
          <p:nvPr>
            <p:ph idx="1"/>
          </p:nvPr>
        </p:nvSpPr>
        <p:spPr/>
        <p:txBody>
          <a:bodyPr>
            <a:normAutofit/>
          </a:bodyPr>
          <a:lstStyle/>
          <a:p>
            <a:pPr marL="0" indent="0" algn="just">
              <a:buNone/>
            </a:pPr>
            <a:r>
              <a:rPr lang="en-US" sz="2800" dirty="0">
                <a:latin typeface="Palatino Linotype" panose="02040502050505030304" pitchFamily="18" charset="0"/>
              </a:rPr>
              <a:t>One limitations is that the following components cannot be integrated onto a chip:</a:t>
            </a:r>
          </a:p>
          <a:p>
            <a:pPr marL="514350" indent="-514350" algn="just">
              <a:buFont typeface="+mj-lt"/>
              <a:buAutoNum type="arabicPeriod"/>
            </a:pPr>
            <a:r>
              <a:rPr lang="en-US" sz="2800" dirty="0">
                <a:latin typeface="Palatino Linotype" panose="02040502050505030304" pitchFamily="18" charset="0"/>
              </a:rPr>
              <a:t>Inductors and transformers</a:t>
            </a:r>
          </a:p>
          <a:p>
            <a:pPr marL="514350" indent="-514350" algn="just">
              <a:buFont typeface="+mj-lt"/>
              <a:buAutoNum type="arabicPeriod"/>
            </a:pPr>
            <a:r>
              <a:rPr lang="en-US" sz="2800" dirty="0">
                <a:latin typeface="Palatino Linotype" panose="02040502050505030304" pitchFamily="18" charset="0"/>
              </a:rPr>
              <a:t>Capacitors of large values and also variable capacitors of tuned circuits</a:t>
            </a:r>
          </a:p>
          <a:p>
            <a:pPr marL="514350" indent="-514350" algn="just">
              <a:buFont typeface="+mj-lt"/>
              <a:buAutoNum type="arabicPeriod"/>
            </a:pPr>
            <a:r>
              <a:rPr lang="en-US" sz="2800" dirty="0">
                <a:latin typeface="Palatino Linotype" panose="02040502050505030304" pitchFamily="18" charset="0"/>
              </a:rPr>
              <a:t>Potentiometers</a:t>
            </a:r>
          </a:p>
          <a:p>
            <a:pPr marL="514350" indent="-514350" algn="just">
              <a:buFont typeface="+mj-lt"/>
              <a:buAutoNum type="arabicPeriod"/>
            </a:pPr>
            <a:r>
              <a:rPr lang="en-US" sz="2800" dirty="0">
                <a:latin typeface="Palatino Linotype" panose="02040502050505030304" pitchFamily="18" charset="0"/>
              </a:rPr>
              <a:t>Heavy duty power amplifiers and heavy duty rectifiers</a:t>
            </a:r>
          </a:p>
          <a:p>
            <a:pPr marL="0" indent="0" algn="just">
              <a:buNone/>
            </a:pPr>
            <a:r>
              <a:rPr lang="en-US" sz="2800" dirty="0">
                <a:latin typeface="Palatino Linotype" panose="02040502050505030304" pitchFamily="18" charset="0"/>
              </a:rPr>
              <a:t>Another limitations, if you call it a limitation, is that one does not feel the existence of individual stages of the system.</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Limitations</a:t>
            </a:r>
          </a:p>
        </p:txBody>
      </p:sp>
    </p:spTree>
    <p:extLst>
      <p:ext uri="{BB962C8B-B14F-4D97-AF65-F5344CB8AC3E}">
        <p14:creationId xmlns:p14="http://schemas.microsoft.com/office/powerpoint/2010/main" val="2223359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40</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The ICs capable of performing the following functions will be required in TV receivers and other video system</a:t>
            </a:r>
          </a:p>
          <a:p>
            <a:pPr marL="971531" lvl="1" indent="-514350" algn="just">
              <a:buFont typeface="+mj-lt"/>
              <a:buAutoNum type="arabicParenR"/>
            </a:pPr>
            <a:r>
              <a:rPr lang="en-US" sz="2600" dirty="0">
                <a:latin typeface="Palatino Linotype" panose="02040502050505030304" pitchFamily="18" charset="0"/>
              </a:rPr>
              <a:t>An IC which may accommodate sound IF amplifier, FM detector and audio voltage amplifier</a:t>
            </a:r>
          </a:p>
          <a:p>
            <a:pPr marL="971531" lvl="1" indent="-514350" algn="just">
              <a:buFont typeface="+mj-lt"/>
              <a:buAutoNum type="arabicParenR"/>
            </a:pPr>
            <a:r>
              <a:rPr lang="en-US" sz="2600" dirty="0">
                <a:latin typeface="Palatino Linotype" panose="02040502050505030304" pitchFamily="18" charset="0"/>
              </a:rPr>
              <a:t>An IC which may accommodate IF amplifiers, video detector and video pre-amplifier</a:t>
            </a:r>
          </a:p>
          <a:p>
            <a:pPr marL="971531" lvl="1" indent="-514350" algn="just">
              <a:buFont typeface="+mj-lt"/>
              <a:buAutoNum type="arabicParenR"/>
            </a:pPr>
            <a:r>
              <a:rPr lang="en-US" sz="2600" dirty="0">
                <a:latin typeface="Palatino Linotype" panose="02040502050505030304" pitchFamily="18" charset="0"/>
              </a:rPr>
              <a:t>An IC which may include a sync separator, </a:t>
            </a:r>
            <a:r>
              <a:rPr lang="en-US" sz="2600" dirty="0" err="1">
                <a:latin typeface="Palatino Linotype" panose="02040502050505030304" pitchFamily="18" charset="0"/>
              </a:rPr>
              <a:t>sawtooth</a:t>
            </a:r>
            <a:r>
              <a:rPr lang="en-US" sz="2600" dirty="0">
                <a:latin typeface="Palatino Linotype" panose="02040502050505030304" pitchFamily="18" charset="0"/>
              </a:rPr>
              <a:t> signal generators for V and H deflections, V-driver, phase splitter, AFC, and H-buffer amplifier.</a:t>
            </a:r>
          </a:p>
        </p:txBody>
      </p:sp>
      <p:sp>
        <p:nvSpPr>
          <p:cNvPr id="4" name="Title 3"/>
          <p:cNvSpPr>
            <a:spLocks noGrp="1"/>
          </p:cNvSpPr>
          <p:nvPr>
            <p:ph type="title"/>
          </p:nvPr>
        </p:nvSpPr>
        <p:spPr/>
        <p:txBody>
          <a:bodyPr>
            <a:normAutofit/>
          </a:bodyPr>
          <a:lstStyle/>
          <a:p>
            <a:r>
              <a:rPr lang="en-US" sz="2800" dirty="0">
                <a:latin typeface="Palatino Linotype" panose="02040502050505030304" pitchFamily="18" charset="0"/>
              </a:rPr>
              <a:t>ICs in Monochrome Television Receivers and Other Video Systems</a:t>
            </a:r>
          </a:p>
        </p:txBody>
      </p:sp>
    </p:spTree>
    <p:extLst>
      <p:ext uri="{BB962C8B-B14F-4D97-AF65-F5344CB8AC3E}">
        <p14:creationId xmlns:p14="http://schemas.microsoft.com/office/powerpoint/2010/main" val="2112007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41</a:t>
            </a:fld>
            <a:endParaRPr lang="en-US" noProof="0" dirty="0"/>
          </a:p>
        </p:txBody>
      </p:sp>
      <p:sp>
        <p:nvSpPr>
          <p:cNvPr id="3" name="Content Placeholder 2"/>
          <p:cNvSpPr>
            <a:spLocks noGrp="1"/>
          </p:cNvSpPr>
          <p:nvPr>
            <p:ph idx="1"/>
          </p:nvPr>
        </p:nvSpPr>
        <p:spPr/>
        <p:txBody>
          <a:bodyPr>
            <a:normAutofit/>
          </a:bodyPr>
          <a:lstStyle/>
          <a:p>
            <a:pPr algn="just"/>
            <a:r>
              <a:rPr lang="en-US" sz="2800" dirty="0">
                <a:latin typeface="Palatino Linotype" panose="02040502050505030304" pitchFamily="18" charset="0"/>
              </a:rPr>
              <a:t>CA 3065 — It covers the complete sound section (Category 1 of the above list).</a:t>
            </a:r>
          </a:p>
          <a:p>
            <a:pPr algn="just"/>
            <a:r>
              <a:rPr lang="en-US" sz="2800" dirty="0">
                <a:latin typeface="Palatino Linotype" panose="02040502050505030304" pitchFamily="18" charset="0"/>
              </a:rPr>
              <a:t>CA 3068 – It covers IF amplifiers, video detectors and video preamplifier (Category 2 of the above list)</a:t>
            </a:r>
          </a:p>
          <a:p>
            <a:pPr algn="just"/>
            <a:r>
              <a:rPr lang="en-US" sz="2800" dirty="0">
                <a:latin typeface="Palatino Linotype" panose="02040502050505030304" pitchFamily="18" charset="0"/>
              </a:rPr>
              <a:t>CA 11423 - It covers sync separators, V-oscillators, V-driver, phase splitter, AFC, H-oscillator and H-buffer amplifier (Category 3 of the above list)</a:t>
            </a:r>
          </a:p>
          <a:p>
            <a:pPr algn="just"/>
            <a:r>
              <a:rPr lang="en-US" sz="2800" dirty="0">
                <a:latin typeface="Palatino Linotype" panose="02040502050505030304" pitchFamily="18" charset="0"/>
              </a:rPr>
              <a:t>The block diagram of a typical TV receiver using the three ICs is shown in the next slide</a:t>
            </a:r>
          </a:p>
        </p:txBody>
      </p:sp>
      <p:sp>
        <p:nvSpPr>
          <p:cNvPr id="4" name="Title 3"/>
          <p:cNvSpPr>
            <a:spLocks noGrp="1"/>
          </p:cNvSpPr>
          <p:nvPr>
            <p:ph type="title"/>
          </p:nvPr>
        </p:nvSpPr>
        <p:spPr/>
        <p:txBody>
          <a:bodyPr>
            <a:normAutofit/>
          </a:bodyPr>
          <a:lstStyle/>
          <a:p>
            <a:r>
              <a:rPr lang="en-US" sz="3600" dirty="0">
                <a:latin typeface="Palatino Linotype" panose="02040502050505030304" pitchFamily="18" charset="0"/>
              </a:rPr>
              <a:t>Example of the ICs in Monochrome TV  Receivers</a:t>
            </a:r>
          </a:p>
        </p:txBody>
      </p:sp>
    </p:spTree>
    <p:extLst>
      <p:ext uri="{BB962C8B-B14F-4D97-AF65-F5344CB8AC3E}">
        <p14:creationId xmlns:p14="http://schemas.microsoft.com/office/powerpoint/2010/main" val="985909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BB047D-A6CD-43AB-96F0-683C726B586B}" type="slidenum">
              <a:rPr lang="en-US" noProof="0" smtClean="0"/>
              <a:pPr/>
              <a:t>42</a:t>
            </a:fld>
            <a:endParaRPr lang="en-US" noProof="0" dirty="0"/>
          </a:p>
        </p:txBody>
      </p:sp>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96345" y="367539"/>
            <a:ext cx="8589418" cy="5181193"/>
          </a:xfrm>
          <a:prstGeom prst="rect">
            <a:avLst/>
          </a:prstGeom>
          <a:ln>
            <a:noFill/>
          </a:ln>
          <a:effectLst>
            <a:outerShdw blurRad="292100" dist="139700" dir="2700000" algn="tl" rotWithShape="0">
              <a:srgbClr val="333333">
                <a:alpha val="65000"/>
              </a:srgbClr>
            </a:outerShdw>
          </a:effectLst>
        </p:spPr>
      </p:pic>
      <p:sp>
        <p:nvSpPr>
          <p:cNvPr id="4" name="Rectangle 3"/>
          <p:cNvSpPr/>
          <p:nvPr/>
        </p:nvSpPr>
        <p:spPr>
          <a:xfrm>
            <a:off x="3748283" y="6001545"/>
            <a:ext cx="5485541" cy="461665"/>
          </a:xfrm>
          <a:prstGeom prst="rect">
            <a:avLst/>
          </a:prstGeom>
          <a:solidFill>
            <a:schemeClr val="accent4"/>
          </a:solidFill>
        </p:spPr>
        <p:txBody>
          <a:bodyPr wrap="none">
            <a:spAutoFit/>
          </a:bodyPr>
          <a:lstStyle/>
          <a:p>
            <a:r>
              <a:rPr lang="en-US" sz="2400" b="1" dirty="0"/>
              <a:t>Block diagram of TV receiver based on ICs</a:t>
            </a:r>
          </a:p>
        </p:txBody>
      </p:sp>
    </p:spTree>
    <p:extLst>
      <p:ext uri="{BB962C8B-B14F-4D97-AF65-F5344CB8AC3E}">
        <p14:creationId xmlns:p14="http://schemas.microsoft.com/office/powerpoint/2010/main" val="2306253438"/>
      </p:ext>
    </p:extLst>
  </p:cSld>
  <p:clrMapOvr>
    <a:masterClrMapping/>
  </p:clrMapOvr>
</p:sld>
</file>

<file path=ppt/theme/theme1.xml><?xml version="1.0" encoding="utf-8"?>
<a:theme xmlns:a="http://schemas.openxmlformats.org/drawingml/2006/main" name="Office Theme">
  <a:themeElements>
    <a:clrScheme name="Custom 12">
      <a:dk1>
        <a:sysClr val="windowText" lastClr="000000"/>
      </a:dk1>
      <a:lt1>
        <a:sysClr val="window" lastClr="FFFFFF"/>
      </a:lt1>
      <a:dk2>
        <a:srgbClr val="44546A"/>
      </a:dk2>
      <a:lt2>
        <a:srgbClr val="E7E6E6"/>
      </a:lt2>
      <a:accent1>
        <a:srgbClr val="7030A0"/>
      </a:accent1>
      <a:accent2>
        <a:srgbClr val="404040"/>
      </a:accent2>
      <a:accent3>
        <a:srgbClr val="7F7F7F"/>
      </a:accent3>
      <a:accent4>
        <a:srgbClr val="C7A2E3"/>
      </a:accent4>
      <a:accent5>
        <a:srgbClr val="48A1FA"/>
      </a:accent5>
      <a:accent6>
        <a:srgbClr val="70AD47"/>
      </a:accent6>
      <a:hlink>
        <a:srgbClr val="0563C1"/>
      </a:hlink>
      <a:folHlink>
        <a:srgbClr val="954F72"/>
      </a:folHlink>
    </a:clrScheme>
    <a:fontScheme name="Custom 6">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468121_Coastal presentation_RVA_v5" id="{5B652A6C-03CB-4457-ADFC-1C5BB6605FEF}" vid="{F00112C4-F9F0-4BD0-BC95-5242C8B0F7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0D46D58D-B27D-4B23-AEA1-AE974AB62218}">
  <ds:schemaRefs>
    <ds:schemaRef ds:uri="http://schemas.microsoft.com/sharepoint/v3/contenttype/forms"/>
  </ds:schemaRefs>
</ds:datastoreItem>
</file>

<file path=customXml/itemProps2.xml><?xml version="1.0" encoding="utf-8"?>
<ds:datastoreItem xmlns:ds="http://schemas.openxmlformats.org/officeDocument/2006/customXml" ds:itemID="{F2949B46-24C4-420B-AB49-DDC88FEB99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30CE401-796E-4493-905E-4DDA5AF62AB4}">
  <ds:schemaRefs>
    <ds:schemaRef ds:uri="http://www.w3.org/XML/1998/namespace"/>
    <ds:schemaRef ds:uri="http://purl.org/dc/dcmitype/"/>
    <ds:schemaRef ds:uri="http://schemas.microsoft.com/office/2006/documentManagement/types"/>
    <ds:schemaRef ds:uri="http://purl.org/dc/elements/1.1/"/>
    <ds:schemaRef ds:uri="16c05727-aa75-4e4a-9b5f-8a80a1165891"/>
    <ds:schemaRef ds:uri="http://schemas.microsoft.com/office/2006/metadata/properties"/>
    <ds:schemaRef ds:uri="http://purl.org/dc/terms/"/>
    <ds:schemaRef ds:uri="http://schemas.microsoft.com/office/infopath/2007/PartnerControls"/>
    <ds:schemaRef ds:uri="http://schemas.openxmlformats.org/package/2006/metadata/core-propertie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Coastal presentation</Template>
  <TotalTime>0</TotalTime>
  <Words>3516</Words>
  <Application>Microsoft Office PowerPoint</Application>
  <PresentationFormat>Widescreen</PresentationFormat>
  <Paragraphs>231</Paragraphs>
  <Slides>42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Arial</vt:lpstr>
      <vt:lpstr>Calibri</vt:lpstr>
      <vt:lpstr>Palatino Linotype</vt:lpstr>
      <vt:lpstr>Office Theme</vt:lpstr>
      <vt:lpstr>LECTURE SIX: Monochrome transmitter and receiver</vt:lpstr>
      <vt:lpstr>Introduction</vt:lpstr>
      <vt:lpstr>MONOCHROME TV TRANSMITTER</vt:lpstr>
      <vt:lpstr>Monochrome TV Tranmitter</vt:lpstr>
      <vt:lpstr>PowerPoint Presentation</vt:lpstr>
      <vt:lpstr>Stages of Video Transmitter</vt:lpstr>
      <vt:lpstr>PowerPoint Presentation</vt:lpstr>
      <vt:lpstr>PowerPoint Presentation</vt:lpstr>
      <vt:lpstr>Stages of Audio Transmitter</vt:lpstr>
      <vt:lpstr>PowerPoint Presentation</vt:lpstr>
      <vt:lpstr>PowerPoint Presentation</vt:lpstr>
      <vt:lpstr>MONOCHROME TV RECEIVER</vt:lpstr>
      <vt:lpstr>Introduction</vt:lpstr>
      <vt:lpstr>Elements of a Monochrome TV Receiver</vt:lpstr>
      <vt:lpstr>PowerPoint Presentation</vt:lpstr>
      <vt:lpstr>Common Section</vt:lpstr>
      <vt:lpstr>PowerPoint Presentation</vt:lpstr>
      <vt:lpstr>PowerPoint Presentation</vt:lpstr>
      <vt:lpstr>PowerPoint Presentation</vt:lpstr>
      <vt:lpstr>PowerPoint Presentation</vt:lpstr>
      <vt:lpstr>Video Section</vt:lpstr>
      <vt:lpstr>PowerPoint Presentation</vt:lpstr>
      <vt:lpstr>Deflection Section</vt:lpstr>
      <vt:lpstr>PowerPoint Presentation</vt:lpstr>
      <vt:lpstr>PowerPoint Presentation</vt:lpstr>
      <vt:lpstr>PowerPoint Presentation</vt:lpstr>
      <vt:lpstr>Sound Section</vt:lpstr>
      <vt:lpstr>PowerPoint Presentation</vt:lpstr>
      <vt:lpstr>PowerPoint Presentation</vt:lpstr>
      <vt:lpstr>Controls in a TV Receiver</vt:lpstr>
      <vt:lpstr>PowerPoint Presentation</vt:lpstr>
      <vt:lpstr>Sound Controls</vt:lpstr>
      <vt:lpstr>PowerPoint Presentation</vt:lpstr>
      <vt:lpstr>Other Controls in a TV Receiver</vt:lpstr>
      <vt:lpstr>PowerPoint Presentation</vt:lpstr>
      <vt:lpstr>PowerPoint Presentation</vt:lpstr>
      <vt:lpstr>Television Receivers Based on ICs</vt:lpstr>
      <vt:lpstr>Advantages</vt:lpstr>
      <vt:lpstr>Limitations</vt:lpstr>
      <vt:lpstr>ICs in Monochrome Television Receivers and Other Video Systems</vt:lpstr>
      <vt:lpstr>Example of the ICs in Monochrome TV  Receivers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2020-12-04T11:12:10Z</dcterms:created>
  <dcterms:modified xsi:type="dcterms:W3CDTF">2021-12-28T06:16:12Z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