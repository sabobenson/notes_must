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Lst>
  <p:notesMasterIdLst>
    <p:notesMasterId r:id="rId21"/>
  </p:notesMasterIdLst>
  <p:handoutMasterIdLst>
    <p:handoutMasterId r:id="rId22"/>
  </p:handoutMasterIdLst>
  <p:sldIdLst>
    <p:sldId id="256" r:id="rId5"/>
    <p:sldId id="265" r:id="rId6"/>
    <p:sldId id="266" r:id="rId7"/>
    <p:sldId id="286" r:id="rId8"/>
    <p:sldId id="287" r:id="rId9"/>
    <p:sldId id="288" r:id="rId10"/>
    <p:sldId id="267" r:id="rId11"/>
    <p:sldId id="289" r:id="rId12"/>
    <p:sldId id="290" r:id="rId13"/>
    <p:sldId id="291" r:id="rId14"/>
    <p:sldId id="268" r:id="rId15"/>
    <p:sldId id="292" r:id="rId16"/>
    <p:sldId id="293" r:id="rId17"/>
    <p:sldId id="269" r:id="rId18"/>
    <p:sldId id="294" r:id="rId19"/>
    <p:sldId id="295"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030A0"/>
    <a:srgbClr val="404040"/>
    <a:srgbClr val="00B0F0"/>
    <a:srgbClr val="0070C0"/>
    <a:srgbClr val="37CB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88415" autoAdjust="0"/>
  </p:normalViewPr>
  <p:slideViewPr>
    <p:cSldViewPr snapToGrid="0" showGuides="1">
      <p:cViewPr varScale="1">
        <p:scale>
          <a:sx n="68" d="100"/>
          <a:sy n="68" d="100"/>
        </p:scale>
        <p:origin x="616" y="32"/>
      </p:cViewPr>
      <p:guideLst>
        <p:guide orient="horz" pos="2160"/>
        <p:guide pos="3840"/>
      </p:guideLst>
    </p:cSldViewPr>
  </p:slideViewPr>
  <p:notesTextViewPr>
    <p:cViewPr>
      <p:scale>
        <a:sx n="1" d="1"/>
        <a:sy n="1" d="1"/>
      </p:scale>
      <p:origin x="0" y="0"/>
    </p:cViewPr>
  </p:notesTextViewPr>
  <p:sorterViewPr>
    <p:cViewPr>
      <p:scale>
        <a:sx n="114" d="100"/>
        <a:sy n="114" d="100"/>
      </p:scale>
      <p:origin x="0" y="-1476"/>
    </p:cViewPr>
  </p:sorterViewPr>
  <p:notesViewPr>
    <p:cSldViewPr snapToGrid="0" showGuides="1">
      <p:cViewPr>
        <p:scale>
          <a:sx n="50" d="100"/>
          <a:sy n="50" d="100"/>
        </p:scale>
        <p:origin x="2640" y="33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AFA8042-29A1-4486-A765-75526984061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8D8449A-A734-4B2E-9806-61303F24B60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9249263-8DF9-4907-970E-1CFD040DC73A}" type="datetimeFigureOut">
              <a:rPr lang="en-US" smtClean="0"/>
              <a:t>24-Nov-21</a:t>
            </a:fld>
            <a:endParaRPr lang="en-US" dirty="0"/>
          </a:p>
        </p:txBody>
      </p:sp>
      <p:sp>
        <p:nvSpPr>
          <p:cNvPr id="4" name="Footer Placeholder 3">
            <a:extLst>
              <a:ext uri="{FF2B5EF4-FFF2-40B4-BE49-F238E27FC236}">
                <a16:creationId xmlns:a16="http://schemas.microsoft.com/office/drawing/2014/main" id="{F6605C2A-990C-4531-8CBF-BC3BEC0AF34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0D7358FE-F7D5-4C85-B0FD-2394F7F8774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5BAE485-B3C6-4830-BBC8-C6E008BDD690}" type="slidenum">
              <a:rPr lang="en-US" smtClean="0"/>
              <a:t>‹#›</a:t>
            </a:fld>
            <a:endParaRPr lang="en-US" dirty="0"/>
          </a:p>
        </p:txBody>
      </p:sp>
    </p:spTree>
    <p:extLst>
      <p:ext uri="{BB962C8B-B14F-4D97-AF65-F5344CB8AC3E}">
        <p14:creationId xmlns:p14="http://schemas.microsoft.com/office/powerpoint/2010/main" val="41216289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70B412-7BFF-46C7-AB5E-DE35F66C9933}" type="datetimeFigureOut">
              <a:rPr lang="en-US" noProof="0" smtClean="0"/>
              <a:t>24-Nov-21</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5ACE04-E13C-4837-B6DD-B388E7CAA05E}" type="slidenum">
              <a:rPr lang="en-US" noProof="0" smtClean="0"/>
              <a:t>‹#›</a:t>
            </a:fld>
            <a:endParaRPr lang="en-US" noProof="0" dirty="0"/>
          </a:p>
        </p:txBody>
      </p:sp>
    </p:spTree>
    <p:extLst>
      <p:ext uri="{BB962C8B-B14F-4D97-AF65-F5344CB8AC3E}">
        <p14:creationId xmlns:p14="http://schemas.microsoft.com/office/powerpoint/2010/main" val="18504410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85ACE04-E13C-4837-B6DD-B388E7CAA05E}" type="slidenum">
              <a:rPr lang="en-US" smtClean="0"/>
              <a:t>1</a:t>
            </a:fld>
            <a:endParaRPr lang="en-US"/>
          </a:p>
        </p:txBody>
      </p:sp>
    </p:spTree>
    <p:extLst>
      <p:ext uri="{BB962C8B-B14F-4D97-AF65-F5344CB8AC3E}">
        <p14:creationId xmlns:p14="http://schemas.microsoft.com/office/powerpoint/2010/main" val="3699232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582E5-8FA2-4056-805F-EF36F7066893}"/>
              </a:ext>
            </a:extLst>
          </p:cNvPr>
          <p:cNvSpPr>
            <a:spLocks noGrp="1"/>
          </p:cNvSpPr>
          <p:nvPr>
            <p:ph type="ctrTitle" hasCustomPrompt="1"/>
          </p:nvPr>
        </p:nvSpPr>
        <p:spPr>
          <a:xfrm>
            <a:off x="4686300" y="2726872"/>
            <a:ext cx="7233557" cy="832077"/>
          </a:xfrm>
        </p:spPr>
        <p:txBody>
          <a:bodyPr anchor="b">
            <a:normAutofit/>
          </a:bodyPr>
          <a:lstStyle>
            <a:lvl1pPr algn="l">
              <a:defRPr sz="4800" b="1" cap="all" baseline="0">
                <a:solidFill>
                  <a:schemeClr val="tx1"/>
                </a:solidFill>
              </a:defRPr>
            </a:lvl1pPr>
          </a:lstStyle>
          <a:p>
            <a:r>
              <a:rPr lang="en-US" noProof="0"/>
              <a:t>Presentation title</a:t>
            </a:r>
          </a:p>
        </p:txBody>
      </p:sp>
      <p:sp>
        <p:nvSpPr>
          <p:cNvPr id="3" name="Subtitle 2">
            <a:extLst>
              <a:ext uri="{FF2B5EF4-FFF2-40B4-BE49-F238E27FC236}">
                <a16:creationId xmlns:a16="http://schemas.microsoft.com/office/drawing/2014/main" id="{1C085D6F-874B-44F8-B241-51EF13CA9C8B}"/>
              </a:ext>
            </a:extLst>
          </p:cNvPr>
          <p:cNvSpPr>
            <a:spLocks noGrp="1"/>
          </p:cNvSpPr>
          <p:nvPr>
            <p:ph type="subTitle" idx="1"/>
          </p:nvPr>
        </p:nvSpPr>
        <p:spPr>
          <a:xfrm>
            <a:off x="4686300" y="3569380"/>
            <a:ext cx="7233557" cy="365125"/>
          </a:xfrm>
        </p:spPr>
        <p:txBody>
          <a:bodyPr lIns="0">
            <a:normAutofit/>
          </a:bodyPr>
          <a:lstStyle>
            <a:lvl1pPr marL="0" indent="0" algn="l">
              <a:buNone/>
              <a:defRPr sz="1800" b="0" cap="all"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4" name="Date Placeholder 3">
            <a:extLst>
              <a:ext uri="{FF2B5EF4-FFF2-40B4-BE49-F238E27FC236}">
                <a16:creationId xmlns:a16="http://schemas.microsoft.com/office/drawing/2014/main" id="{ABDE5D2F-535D-4D7C-9BE1-84BFEC7A6547}"/>
              </a:ext>
            </a:extLst>
          </p:cNvPr>
          <p:cNvSpPr>
            <a:spLocks noGrp="1"/>
          </p:cNvSpPr>
          <p:nvPr>
            <p:ph type="dt" sz="half" idx="10"/>
          </p:nvPr>
        </p:nvSpPr>
        <p:spPr>
          <a:xfrm>
            <a:off x="838200" y="6356350"/>
            <a:ext cx="2743200" cy="365125"/>
          </a:xfrm>
          <a:prstGeom prst="rect">
            <a:avLst/>
          </a:prstGeom>
        </p:spPr>
        <p:txBody>
          <a:bodyPr/>
          <a:lstStyle/>
          <a:p>
            <a:fld id="{C1F93407-1483-4B80-86DE-DAE1D4D89093}" type="datetimeFigureOut">
              <a:rPr lang="en-US" noProof="0" smtClean="0"/>
              <a:t>24-Nov-21</a:t>
            </a:fld>
            <a:endParaRPr lang="en-US" noProof="0" dirty="0"/>
          </a:p>
        </p:txBody>
      </p:sp>
      <p:cxnSp>
        <p:nvCxnSpPr>
          <p:cNvPr id="7" name="Straight Connector 6">
            <a:extLst>
              <a:ext uri="{FF2B5EF4-FFF2-40B4-BE49-F238E27FC236}">
                <a16:creationId xmlns:a16="http://schemas.microsoft.com/office/drawing/2014/main" id="{64363625-95D4-4DF0-A1AA-D060728EC426}"/>
              </a:ext>
            </a:extLst>
          </p:cNvPr>
          <p:cNvCxnSpPr>
            <a:cxnSpLocks/>
          </p:cNvCxnSpPr>
          <p:nvPr userDrawn="1"/>
        </p:nvCxnSpPr>
        <p:spPr>
          <a:xfrm>
            <a:off x="4827813" y="4082142"/>
            <a:ext cx="148862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ECBCF8A4-C2B4-4945-8D79-C9D46B7FBECB}"/>
              </a:ext>
            </a:extLst>
          </p:cNvPr>
          <p:cNvGrpSpPr/>
          <p:nvPr userDrawn="1"/>
        </p:nvGrpSpPr>
        <p:grpSpPr>
          <a:xfrm>
            <a:off x="4793474" y="2475187"/>
            <a:ext cx="748798" cy="134113"/>
            <a:chOff x="4827813" y="2534636"/>
            <a:chExt cx="996651" cy="178504"/>
          </a:xfrm>
        </p:grpSpPr>
        <p:sp>
          <p:nvSpPr>
            <p:cNvPr id="9" name="Oval 8">
              <a:extLst>
                <a:ext uri="{FF2B5EF4-FFF2-40B4-BE49-F238E27FC236}">
                  <a16:creationId xmlns:a16="http://schemas.microsoft.com/office/drawing/2014/main" id="{479C2256-8A0F-4625-86F0-FB439F3EAD4E}"/>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Oval 9">
              <a:extLst>
                <a:ext uri="{FF2B5EF4-FFF2-40B4-BE49-F238E27FC236}">
                  <a16:creationId xmlns:a16="http://schemas.microsoft.com/office/drawing/2014/main" id="{253CF488-6D31-4B63-A3C6-C4D838C23FCE}"/>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Oval 10">
              <a:extLst>
                <a:ext uri="{FF2B5EF4-FFF2-40B4-BE49-F238E27FC236}">
                  <a16:creationId xmlns:a16="http://schemas.microsoft.com/office/drawing/2014/main" id="{E32985B6-7260-445A-A580-6993E0DEBFD9}"/>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12" name="Oval 11">
              <a:extLst>
                <a:ext uri="{FF2B5EF4-FFF2-40B4-BE49-F238E27FC236}">
                  <a16:creationId xmlns:a16="http://schemas.microsoft.com/office/drawing/2014/main" id="{3BC682E1-4E5D-4006-81EA-550DD98166E4}"/>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14" name="Picture Placeholder 13">
            <a:extLst>
              <a:ext uri="{FF2B5EF4-FFF2-40B4-BE49-F238E27FC236}">
                <a16:creationId xmlns:a16="http://schemas.microsoft.com/office/drawing/2014/main" id="{F0C7F772-E2DA-4B13-AC2E-28A0EE6D8465}"/>
              </a:ext>
            </a:extLst>
          </p:cNvPr>
          <p:cNvSpPr>
            <a:spLocks noGrp="1"/>
          </p:cNvSpPr>
          <p:nvPr>
            <p:ph type="pic" sz="quarter" idx="13"/>
          </p:nvPr>
        </p:nvSpPr>
        <p:spPr>
          <a:xfrm>
            <a:off x="0" y="1"/>
            <a:ext cx="4424363" cy="6858000"/>
          </a:xfrm>
          <a:solidFill>
            <a:schemeClr val="bg2"/>
          </a:solidFill>
        </p:spPr>
        <p:txBody>
          <a:bodyPr anchor="ctr"/>
          <a:lstStyle>
            <a:lvl1pPr marL="0" indent="0" algn="ctr">
              <a:buNone/>
              <a:defRPr/>
            </a:lvl1pPr>
          </a:lstStyle>
          <a:p>
            <a:r>
              <a:rPr lang="en-US" noProof="0"/>
              <a:t>Click icon to add picture</a:t>
            </a:r>
            <a:endParaRPr lang="en-US" noProof="0" dirty="0"/>
          </a:p>
        </p:txBody>
      </p:sp>
      <p:sp>
        <p:nvSpPr>
          <p:cNvPr id="15" name="Oval 14">
            <a:extLst>
              <a:ext uri="{FF2B5EF4-FFF2-40B4-BE49-F238E27FC236}">
                <a16:creationId xmlns:a16="http://schemas.microsoft.com/office/drawing/2014/main" id="{47953C80-71A5-4AA2-AEAD-21948D1AA6DC}"/>
              </a:ext>
            </a:extLst>
          </p:cNvPr>
          <p:cNvSpPr/>
          <p:nvPr userDrawn="1"/>
        </p:nvSpPr>
        <p:spPr>
          <a:xfrm>
            <a:off x="8621485" y="4408714"/>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Oval 15">
            <a:extLst>
              <a:ext uri="{FF2B5EF4-FFF2-40B4-BE49-F238E27FC236}">
                <a16:creationId xmlns:a16="http://schemas.microsoft.com/office/drawing/2014/main" id="{9C4582D1-F710-4E2F-9868-CB89116D5932}"/>
              </a:ext>
            </a:extLst>
          </p:cNvPr>
          <p:cNvSpPr/>
          <p:nvPr userDrawn="1"/>
        </p:nvSpPr>
        <p:spPr>
          <a:xfrm>
            <a:off x="8303078" y="4184310"/>
            <a:ext cx="1268186"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899455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Content, and Large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16441-0F1F-453B-BACF-543CEDE2AE72}"/>
              </a:ext>
            </a:extLst>
          </p:cNvPr>
          <p:cNvSpPr>
            <a:spLocks noGrp="1"/>
          </p:cNvSpPr>
          <p:nvPr>
            <p:ph type="title"/>
          </p:nvPr>
        </p:nvSpPr>
        <p:spPr>
          <a:xfrm>
            <a:off x="5908430" y="1046163"/>
            <a:ext cx="5445369" cy="1114784"/>
          </a:xfrm>
        </p:spPr>
        <p:txBody>
          <a:bodyPr lIns="0" tIns="0" rIns="0" bIns="0" anchor="b">
            <a:noAutofit/>
          </a:bodyPr>
          <a:lstStyle>
            <a:lvl1pPr>
              <a:defRPr sz="3200" b="1" cap="all" baseline="0"/>
            </a:lvl1pPr>
          </a:lstStyle>
          <a:p>
            <a:r>
              <a:rPr lang="en-US" noProof="0"/>
              <a:t>Click to edit Master title style</a:t>
            </a:r>
          </a:p>
        </p:txBody>
      </p:sp>
      <p:sp>
        <p:nvSpPr>
          <p:cNvPr id="3" name="Content Placeholder 2">
            <a:extLst>
              <a:ext uri="{FF2B5EF4-FFF2-40B4-BE49-F238E27FC236}">
                <a16:creationId xmlns:a16="http://schemas.microsoft.com/office/drawing/2014/main" id="{61EC9302-80D9-4A88-8591-DE2D4BA1F91A}"/>
              </a:ext>
            </a:extLst>
          </p:cNvPr>
          <p:cNvSpPr>
            <a:spLocks noGrp="1"/>
          </p:cNvSpPr>
          <p:nvPr>
            <p:ph idx="1" hasCustomPrompt="1"/>
          </p:nvPr>
        </p:nvSpPr>
        <p:spPr>
          <a:xfrm>
            <a:off x="5908430" y="2506662"/>
            <a:ext cx="5445370" cy="3454523"/>
          </a:xfrm>
        </p:spPr>
        <p:txBody>
          <a:bodyPr lIns="0" tIns="0" rIns="0" bIns="0">
            <a:noAutofit/>
          </a:bodyPr>
          <a:lstStyle>
            <a:lvl1pPr>
              <a:lnSpc>
                <a:spcPct val="100000"/>
              </a:lnSpc>
              <a:buClr>
                <a:schemeClr val="accent1"/>
              </a:buClr>
              <a:defRPr sz="1800"/>
            </a:lvl1pPr>
            <a:lvl2pPr>
              <a:lnSpc>
                <a:spcPct val="100000"/>
              </a:lnSpc>
              <a:buClr>
                <a:schemeClr val="accent1"/>
              </a:buClr>
              <a:defRPr sz="1600"/>
            </a:lvl2pPr>
            <a:lvl3pPr>
              <a:lnSpc>
                <a:spcPct val="100000"/>
              </a:lnSpc>
              <a:buClr>
                <a:schemeClr val="accent1"/>
              </a:buClr>
              <a:defRPr sz="1400"/>
            </a:lvl3pPr>
            <a:lvl4pPr>
              <a:lnSpc>
                <a:spcPct val="100000"/>
              </a:lnSpc>
              <a:buClr>
                <a:schemeClr val="accent1"/>
              </a:buClr>
              <a:defRPr sz="1200"/>
            </a:lvl4pPr>
            <a:lvl5pPr>
              <a:lnSpc>
                <a:spcPct val="100000"/>
              </a:lnSpc>
              <a:buClr>
                <a:schemeClr val="accent1"/>
              </a:buClr>
              <a:defRPr sz="120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Slide Number Placeholder 5">
            <a:extLst>
              <a:ext uri="{FF2B5EF4-FFF2-40B4-BE49-F238E27FC236}">
                <a16:creationId xmlns:a16="http://schemas.microsoft.com/office/drawing/2014/main" id="{2C89B828-B338-413C-B008-0A8566F4881D}"/>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sp>
        <p:nvSpPr>
          <p:cNvPr id="8" name="Content Placeholder 16">
            <a:extLst>
              <a:ext uri="{FF2B5EF4-FFF2-40B4-BE49-F238E27FC236}">
                <a16:creationId xmlns:a16="http://schemas.microsoft.com/office/drawing/2014/main" id="{6AEAE6ED-58FA-4039-939A-E4032520CB3C}"/>
              </a:ext>
            </a:extLst>
          </p:cNvPr>
          <p:cNvSpPr>
            <a:spLocks noGrp="1"/>
          </p:cNvSpPr>
          <p:nvPr>
            <p:ph sz="quarter" idx="14" hasCustomPrompt="1"/>
          </p:nvPr>
        </p:nvSpPr>
        <p:spPr>
          <a:xfrm>
            <a:off x="363416" y="6462713"/>
            <a:ext cx="2262187" cy="249237"/>
          </a:xfrm>
        </p:spPr>
        <p:txBody>
          <a:bodyPr>
            <a:noAutofit/>
          </a:bodyPr>
          <a:lstStyle>
            <a:lvl1pPr marL="0" indent="0">
              <a:buNone/>
              <a:defRPr sz="1400" b="1" cap="all" baseline="0">
                <a:solidFill>
                  <a:schemeClr val="tx1">
                    <a:lumMod val="50000"/>
                    <a:lumOff val="50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Your company name</a:t>
            </a:r>
          </a:p>
        </p:txBody>
      </p:sp>
      <p:sp>
        <p:nvSpPr>
          <p:cNvPr id="10" name="Picture Placeholder 9">
            <a:extLst>
              <a:ext uri="{FF2B5EF4-FFF2-40B4-BE49-F238E27FC236}">
                <a16:creationId xmlns:a16="http://schemas.microsoft.com/office/drawing/2014/main" id="{4502AABE-45EB-48A5-AD25-47BD8B79DF61}"/>
              </a:ext>
            </a:extLst>
          </p:cNvPr>
          <p:cNvSpPr>
            <a:spLocks noGrp="1"/>
          </p:cNvSpPr>
          <p:nvPr>
            <p:ph type="pic" sz="quarter" idx="15"/>
          </p:nvPr>
        </p:nvSpPr>
        <p:spPr>
          <a:xfrm>
            <a:off x="469045" y="0"/>
            <a:ext cx="5210175" cy="5961063"/>
          </a:xfrm>
          <a:solidFill>
            <a:schemeClr val="bg1">
              <a:lumMod val="85000"/>
            </a:schemeClr>
          </a:solidFill>
        </p:spPr>
        <p:txBody>
          <a:bodyPr anchor="ctr"/>
          <a:lstStyle>
            <a:lvl1pPr marL="0" indent="0" algn="ctr">
              <a:buNone/>
              <a:defRPr/>
            </a:lvl1pPr>
          </a:lstStyle>
          <a:p>
            <a:r>
              <a:rPr lang="en-US" noProof="0"/>
              <a:t>Click icon to add picture</a:t>
            </a:r>
            <a:endParaRPr lang="en-US" noProof="0" dirty="0"/>
          </a:p>
        </p:txBody>
      </p:sp>
      <p:cxnSp>
        <p:nvCxnSpPr>
          <p:cNvPr id="11" name="Straight Connector 10">
            <a:extLst>
              <a:ext uri="{FF2B5EF4-FFF2-40B4-BE49-F238E27FC236}">
                <a16:creationId xmlns:a16="http://schemas.microsoft.com/office/drawing/2014/main" id="{8888A4FD-81F4-4588-9E6D-70E57577D8BF}"/>
              </a:ext>
            </a:extLst>
          </p:cNvPr>
          <p:cNvCxnSpPr>
            <a:cxnSpLocks/>
          </p:cNvCxnSpPr>
          <p:nvPr userDrawn="1"/>
        </p:nvCxnSpPr>
        <p:spPr>
          <a:xfrm>
            <a:off x="5679220" y="2286312"/>
            <a:ext cx="171783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4CF1D2ED-7B25-4251-BF07-47FBAA534810}"/>
              </a:ext>
            </a:extLst>
          </p:cNvPr>
          <p:cNvGrpSpPr/>
          <p:nvPr userDrawn="1"/>
        </p:nvGrpSpPr>
        <p:grpSpPr>
          <a:xfrm>
            <a:off x="11079786" y="421045"/>
            <a:ext cx="748798" cy="134113"/>
            <a:chOff x="4827813" y="2534636"/>
            <a:chExt cx="996651" cy="178504"/>
          </a:xfrm>
        </p:grpSpPr>
        <p:sp>
          <p:nvSpPr>
            <p:cNvPr id="13" name="Oval 12">
              <a:extLst>
                <a:ext uri="{FF2B5EF4-FFF2-40B4-BE49-F238E27FC236}">
                  <a16:creationId xmlns:a16="http://schemas.microsoft.com/office/drawing/2014/main" id="{E397537E-DF51-4990-9447-2DAE98ABC683}"/>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Oval 13">
              <a:extLst>
                <a:ext uri="{FF2B5EF4-FFF2-40B4-BE49-F238E27FC236}">
                  <a16:creationId xmlns:a16="http://schemas.microsoft.com/office/drawing/2014/main" id="{3E99CAB5-81F4-4EA8-8B36-4A70C59861FD}"/>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Oval 14">
              <a:extLst>
                <a:ext uri="{FF2B5EF4-FFF2-40B4-BE49-F238E27FC236}">
                  <a16:creationId xmlns:a16="http://schemas.microsoft.com/office/drawing/2014/main" id="{16AADF9A-A507-4453-8CE3-3F78BB303FA4}"/>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16" name="Oval 15">
              <a:extLst>
                <a:ext uri="{FF2B5EF4-FFF2-40B4-BE49-F238E27FC236}">
                  <a16:creationId xmlns:a16="http://schemas.microsoft.com/office/drawing/2014/main" id="{C33AA69F-C4B8-479C-9F0F-69C184D0611F}"/>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17" name="Oval 16">
            <a:extLst>
              <a:ext uri="{FF2B5EF4-FFF2-40B4-BE49-F238E27FC236}">
                <a16:creationId xmlns:a16="http://schemas.microsoft.com/office/drawing/2014/main" id="{8725921A-0ED5-431E-899C-28A6920B5029}"/>
              </a:ext>
            </a:extLst>
          </p:cNvPr>
          <p:cNvSpPr/>
          <p:nvPr userDrawn="1"/>
        </p:nvSpPr>
        <p:spPr>
          <a:xfrm>
            <a:off x="10039330" y="896815"/>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Oval 17">
            <a:extLst>
              <a:ext uri="{FF2B5EF4-FFF2-40B4-BE49-F238E27FC236}">
                <a16:creationId xmlns:a16="http://schemas.microsoft.com/office/drawing/2014/main" id="{EE8B169A-8A2F-4425-A9A1-1B828428B434}"/>
              </a:ext>
            </a:extLst>
          </p:cNvPr>
          <p:cNvSpPr/>
          <p:nvPr userDrawn="1"/>
        </p:nvSpPr>
        <p:spPr>
          <a:xfrm>
            <a:off x="9720923" y="672411"/>
            <a:ext cx="1268186"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20" name="Straight Connector 19">
            <a:extLst>
              <a:ext uri="{FF2B5EF4-FFF2-40B4-BE49-F238E27FC236}">
                <a16:creationId xmlns:a16="http://schemas.microsoft.com/office/drawing/2014/main" id="{43B45974-F6C7-40D3-9399-E05FA19C565E}"/>
              </a:ext>
            </a:extLst>
          </p:cNvPr>
          <p:cNvCxnSpPr>
            <a:cxnSpLocks/>
          </p:cNvCxnSpPr>
          <p:nvPr userDrawn="1"/>
        </p:nvCxnSpPr>
        <p:spPr>
          <a:xfrm>
            <a:off x="7508020" y="2286312"/>
            <a:ext cx="545734"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0184765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Content, and Three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16441-0F1F-453B-BACF-543CEDE2AE72}"/>
              </a:ext>
            </a:extLst>
          </p:cNvPr>
          <p:cNvSpPr>
            <a:spLocks noGrp="1"/>
          </p:cNvSpPr>
          <p:nvPr>
            <p:ph type="title"/>
          </p:nvPr>
        </p:nvSpPr>
        <p:spPr>
          <a:xfrm>
            <a:off x="363416" y="1046163"/>
            <a:ext cx="5445369" cy="1114784"/>
          </a:xfrm>
        </p:spPr>
        <p:txBody>
          <a:bodyPr lIns="0" tIns="0" rIns="0" bIns="0" anchor="b">
            <a:noAutofit/>
          </a:bodyPr>
          <a:lstStyle>
            <a:lvl1pPr>
              <a:defRPr sz="3200" b="1" cap="all" baseline="0"/>
            </a:lvl1pPr>
          </a:lstStyle>
          <a:p>
            <a:r>
              <a:rPr lang="en-US" noProof="0"/>
              <a:t>Click to edit Master title style</a:t>
            </a:r>
          </a:p>
        </p:txBody>
      </p:sp>
      <p:sp>
        <p:nvSpPr>
          <p:cNvPr id="3" name="Content Placeholder 2">
            <a:extLst>
              <a:ext uri="{FF2B5EF4-FFF2-40B4-BE49-F238E27FC236}">
                <a16:creationId xmlns:a16="http://schemas.microsoft.com/office/drawing/2014/main" id="{61EC9302-80D9-4A88-8591-DE2D4BA1F91A}"/>
              </a:ext>
            </a:extLst>
          </p:cNvPr>
          <p:cNvSpPr>
            <a:spLocks noGrp="1"/>
          </p:cNvSpPr>
          <p:nvPr>
            <p:ph idx="1" hasCustomPrompt="1"/>
          </p:nvPr>
        </p:nvSpPr>
        <p:spPr>
          <a:xfrm>
            <a:off x="363416" y="2506662"/>
            <a:ext cx="5445370" cy="3454523"/>
          </a:xfrm>
        </p:spPr>
        <p:txBody>
          <a:bodyPr lIns="0" tIns="0" rIns="0" bIns="0">
            <a:noAutofit/>
          </a:bodyPr>
          <a:lstStyle>
            <a:lvl1pPr>
              <a:lnSpc>
                <a:spcPct val="100000"/>
              </a:lnSpc>
              <a:defRPr sz="1800"/>
            </a:lvl1pPr>
            <a:lvl2pPr>
              <a:lnSpc>
                <a:spcPct val="100000"/>
              </a:lnSpc>
              <a:defRPr sz="1600"/>
            </a:lvl2pPr>
            <a:lvl3pPr>
              <a:lnSpc>
                <a:spcPct val="100000"/>
              </a:lnSpc>
              <a:defRPr sz="1400"/>
            </a:lvl3pPr>
            <a:lvl4pPr>
              <a:lnSpc>
                <a:spcPct val="100000"/>
              </a:lnSpc>
              <a:defRPr sz="1200"/>
            </a:lvl4pPr>
            <a:lvl5pPr>
              <a:lnSpc>
                <a:spcPct val="100000"/>
              </a:lnSpc>
              <a:defRPr sz="120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Slide Number Placeholder 5">
            <a:extLst>
              <a:ext uri="{FF2B5EF4-FFF2-40B4-BE49-F238E27FC236}">
                <a16:creationId xmlns:a16="http://schemas.microsoft.com/office/drawing/2014/main" id="{2C89B828-B338-413C-B008-0A8566F4881D}"/>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sp>
        <p:nvSpPr>
          <p:cNvPr id="8" name="Content Placeholder 16">
            <a:extLst>
              <a:ext uri="{FF2B5EF4-FFF2-40B4-BE49-F238E27FC236}">
                <a16:creationId xmlns:a16="http://schemas.microsoft.com/office/drawing/2014/main" id="{6AEAE6ED-58FA-4039-939A-E4032520CB3C}"/>
              </a:ext>
            </a:extLst>
          </p:cNvPr>
          <p:cNvSpPr>
            <a:spLocks noGrp="1"/>
          </p:cNvSpPr>
          <p:nvPr>
            <p:ph sz="quarter" idx="14" hasCustomPrompt="1"/>
          </p:nvPr>
        </p:nvSpPr>
        <p:spPr>
          <a:xfrm>
            <a:off x="363416" y="6462713"/>
            <a:ext cx="2262187" cy="249237"/>
          </a:xfrm>
        </p:spPr>
        <p:txBody>
          <a:bodyPr>
            <a:noAutofit/>
          </a:bodyPr>
          <a:lstStyle>
            <a:lvl1pPr marL="0" indent="0">
              <a:buNone/>
              <a:defRPr sz="1400" b="1" cap="all" baseline="0">
                <a:solidFill>
                  <a:schemeClr val="accent3"/>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Your company name</a:t>
            </a:r>
          </a:p>
        </p:txBody>
      </p:sp>
      <p:sp>
        <p:nvSpPr>
          <p:cNvPr id="10" name="Picture Placeholder 9">
            <a:extLst>
              <a:ext uri="{FF2B5EF4-FFF2-40B4-BE49-F238E27FC236}">
                <a16:creationId xmlns:a16="http://schemas.microsoft.com/office/drawing/2014/main" id="{4502AABE-45EB-48A5-AD25-47BD8B79DF61}"/>
              </a:ext>
            </a:extLst>
          </p:cNvPr>
          <p:cNvSpPr>
            <a:spLocks noGrp="1"/>
          </p:cNvSpPr>
          <p:nvPr>
            <p:ph type="pic" sz="quarter" idx="15"/>
          </p:nvPr>
        </p:nvSpPr>
        <p:spPr>
          <a:xfrm>
            <a:off x="5919755" y="1"/>
            <a:ext cx="3430408" cy="4091942"/>
          </a:xfrm>
          <a:solidFill>
            <a:schemeClr val="bg1">
              <a:lumMod val="85000"/>
            </a:schemeClr>
          </a:solidFill>
        </p:spPr>
        <p:txBody>
          <a:bodyPr anchor="ctr"/>
          <a:lstStyle>
            <a:lvl1pPr marL="0" indent="0" algn="ctr">
              <a:buNone/>
              <a:defRPr/>
            </a:lvl1pPr>
          </a:lstStyle>
          <a:p>
            <a:r>
              <a:rPr lang="en-US" noProof="0"/>
              <a:t>Click icon to add picture</a:t>
            </a:r>
            <a:endParaRPr lang="en-US" noProof="0" dirty="0"/>
          </a:p>
        </p:txBody>
      </p:sp>
      <p:cxnSp>
        <p:nvCxnSpPr>
          <p:cNvPr id="11" name="Straight Connector 10">
            <a:extLst>
              <a:ext uri="{FF2B5EF4-FFF2-40B4-BE49-F238E27FC236}">
                <a16:creationId xmlns:a16="http://schemas.microsoft.com/office/drawing/2014/main" id="{8888A4FD-81F4-4588-9E6D-70E57577D8BF}"/>
              </a:ext>
            </a:extLst>
          </p:cNvPr>
          <p:cNvCxnSpPr>
            <a:cxnSpLocks/>
          </p:cNvCxnSpPr>
          <p:nvPr userDrawn="1"/>
        </p:nvCxnSpPr>
        <p:spPr>
          <a:xfrm>
            <a:off x="-24055" y="2286312"/>
            <a:ext cx="171783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4CF1D2ED-7B25-4251-BF07-47FBAA534810}"/>
              </a:ext>
            </a:extLst>
          </p:cNvPr>
          <p:cNvGrpSpPr/>
          <p:nvPr userDrawn="1"/>
        </p:nvGrpSpPr>
        <p:grpSpPr>
          <a:xfrm>
            <a:off x="363416" y="421045"/>
            <a:ext cx="748798" cy="134113"/>
            <a:chOff x="4827813" y="2534636"/>
            <a:chExt cx="996651" cy="178504"/>
          </a:xfrm>
        </p:grpSpPr>
        <p:sp>
          <p:nvSpPr>
            <p:cNvPr id="13" name="Oval 12">
              <a:extLst>
                <a:ext uri="{FF2B5EF4-FFF2-40B4-BE49-F238E27FC236}">
                  <a16:creationId xmlns:a16="http://schemas.microsoft.com/office/drawing/2014/main" id="{E397537E-DF51-4990-9447-2DAE98ABC683}"/>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Oval 13">
              <a:extLst>
                <a:ext uri="{FF2B5EF4-FFF2-40B4-BE49-F238E27FC236}">
                  <a16:creationId xmlns:a16="http://schemas.microsoft.com/office/drawing/2014/main" id="{3E99CAB5-81F4-4EA8-8B36-4A70C59861FD}"/>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Oval 14">
              <a:extLst>
                <a:ext uri="{FF2B5EF4-FFF2-40B4-BE49-F238E27FC236}">
                  <a16:creationId xmlns:a16="http://schemas.microsoft.com/office/drawing/2014/main" id="{16AADF9A-A507-4453-8CE3-3F78BB303FA4}"/>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16" name="Oval 15">
              <a:extLst>
                <a:ext uri="{FF2B5EF4-FFF2-40B4-BE49-F238E27FC236}">
                  <a16:creationId xmlns:a16="http://schemas.microsoft.com/office/drawing/2014/main" id="{C33AA69F-C4B8-479C-9F0F-69C184D0611F}"/>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17" name="Oval 16">
            <a:extLst>
              <a:ext uri="{FF2B5EF4-FFF2-40B4-BE49-F238E27FC236}">
                <a16:creationId xmlns:a16="http://schemas.microsoft.com/office/drawing/2014/main" id="{8725921A-0ED5-431E-899C-28A6920B5029}"/>
              </a:ext>
            </a:extLst>
          </p:cNvPr>
          <p:cNvSpPr/>
          <p:nvPr userDrawn="1"/>
        </p:nvSpPr>
        <p:spPr>
          <a:xfrm>
            <a:off x="4608159" y="4718683"/>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Oval 17">
            <a:extLst>
              <a:ext uri="{FF2B5EF4-FFF2-40B4-BE49-F238E27FC236}">
                <a16:creationId xmlns:a16="http://schemas.microsoft.com/office/drawing/2014/main" id="{EE8B169A-8A2F-4425-A9A1-1B828428B434}"/>
              </a:ext>
            </a:extLst>
          </p:cNvPr>
          <p:cNvSpPr/>
          <p:nvPr userDrawn="1"/>
        </p:nvSpPr>
        <p:spPr>
          <a:xfrm>
            <a:off x="4289752" y="4494279"/>
            <a:ext cx="1268186"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20" name="Straight Connector 19">
            <a:extLst>
              <a:ext uri="{FF2B5EF4-FFF2-40B4-BE49-F238E27FC236}">
                <a16:creationId xmlns:a16="http://schemas.microsoft.com/office/drawing/2014/main" id="{43B45974-F6C7-40D3-9399-E05FA19C565E}"/>
              </a:ext>
            </a:extLst>
          </p:cNvPr>
          <p:cNvCxnSpPr>
            <a:cxnSpLocks/>
          </p:cNvCxnSpPr>
          <p:nvPr userDrawn="1"/>
        </p:nvCxnSpPr>
        <p:spPr>
          <a:xfrm>
            <a:off x="1804745" y="2286312"/>
            <a:ext cx="545734"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Picture Placeholder 9">
            <a:extLst>
              <a:ext uri="{FF2B5EF4-FFF2-40B4-BE49-F238E27FC236}">
                <a16:creationId xmlns:a16="http://schemas.microsoft.com/office/drawing/2014/main" id="{63A2A33D-4D91-454D-A35B-6DA97069EC3F}"/>
              </a:ext>
            </a:extLst>
          </p:cNvPr>
          <p:cNvSpPr>
            <a:spLocks noGrp="1"/>
          </p:cNvSpPr>
          <p:nvPr>
            <p:ph type="pic" sz="quarter" idx="16"/>
          </p:nvPr>
        </p:nvSpPr>
        <p:spPr>
          <a:xfrm>
            <a:off x="9542186" y="555157"/>
            <a:ext cx="2649814" cy="4298197"/>
          </a:xfrm>
          <a:solidFill>
            <a:schemeClr val="bg1">
              <a:lumMod val="85000"/>
            </a:schemeClr>
          </a:solidFill>
        </p:spPr>
        <p:txBody>
          <a:bodyPr anchor="ctr"/>
          <a:lstStyle>
            <a:lvl1pPr marL="0" indent="0" algn="ctr">
              <a:buNone/>
              <a:defRPr/>
            </a:lvl1pPr>
          </a:lstStyle>
          <a:p>
            <a:r>
              <a:rPr lang="en-US" noProof="0"/>
              <a:t>Click icon to add picture</a:t>
            </a:r>
            <a:endParaRPr lang="en-US" noProof="0" dirty="0"/>
          </a:p>
        </p:txBody>
      </p:sp>
      <p:sp>
        <p:nvSpPr>
          <p:cNvPr id="21" name="Picture Placeholder 9">
            <a:extLst>
              <a:ext uri="{FF2B5EF4-FFF2-40B4-BE49-F238E27FC236}">
                <a16:creationId xmlns:a16="http://schemas.microsoft.com/office/drawing/2014/main" id="{7EC67FB7-777C-473E-95B8-585AA8E66406}"/>
              </a:ext>
            </a:extLst>
          </p:cNvPr>
          <p:cNvSpPr>
            <a:spLocks noGrp="1"/>
          </p:cNvSpPr>
          <p:nvPr>
            <p:ph type="pic" sz="quarter" idx="17"/>
          </p:nvPr>
        </p:nvSpPr>
        <p:spPr>
          <a:xfrm>
            <a:off x="5919754" y="4289110"/>
            <a:ext cx="3430407" cy="1672075"/>
          </a:xfrm>
          <a:solidFill>
            <a:schemeClr val="bg1">
              <a:lumMod val="85000"/>
            </a:schemeClr>
          </a:solidFill>
        </p:spPr>
        <p:txBody>
          <a:bodyPr anchor="ctr"/>
          <a:lstStyle>
            <a:lvl1pPr marL="0" indent="0" algn="ctr">
              <a:buNone/>
              <a:defRPr/>
            </a:lvl1pPr>
          </a:lstStyle>
          <a:p>
            <a:r>
              <a:rPr lang="en-US" noProof="0"/>
              <a:t>Click icon to add picture</a:t>
            </a:r>
            <a:endParaRPr lang="en-US" noProof="0" dirty="0"/>
          </a:p>
        </p:txBody>
      </p:sp>
    </p:spTree>
    <p:extLst>
      <p:ext uri="{BB962C8B-B14F-4D97-AF65-F5344CB8AC3E}">
        <p14:creationId xmlns:p14="http://schemas.microsoft.com/office/powerpoint/2010/main" val="234058956"/>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Half Image Horizonta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44E22-137C-4913-A29E-04F82EA87867}"/>
              </a:ext>
            </a:extLst>
          </p:cNvPr>
          <p:cNvSpPr>
            <a:spLocks noGrp="1"/>
          </p:cNvSpPr>
          <p:nvPr>
            <p:ph type="title" hasCustomPrompt="1"/>
          </p:nvPr>
        </p:nvSpPr>
        <p:spPr>
          <a:xfrm>
            <a:off x="831850" y="3794663"/>
            <a:ext cx="10515600" cy="823232"/>
          </a:xfrm>
        </p:spPr>
        <p:txBody>
          <a:bodyPr vert="horz" lIns="91440" tIns="45720" rIns="91440" bIns="45720" rtlCol="0" anchor="b">
            <a:noAutofit/>
          </a:bodyPr>
          <a:lstStyle>
            <a:lvl1pPr algn="ctr">
              <a:defRPr lang="en-IN" sz="3600" b="1" cap="all" baseline="0"/>
            </a:lvl1pPr>
          </a:lstStyle>
          <a:p>
            <a:pPr lvl="0"/>
            <a:r>
              <a:rPr lang="en-US" noProof="0"/>
              <a:t>TITLE HERE</a:t>
            </a:r>
          </a:p>
        </p:txBody>
      </p:sp>
      <p:sp>
        <p:nvSpPr>
          <p:cNvPr id="3" name="Text Placeholder 2">
            <a:extLst>
              <a:ext uri="{FF2B5EF4-FFF2-40B4-BE49-F238E27FC236}">
                <a16:creationId xmlns:a16="http://schemas.microsoft.com/office/drawing/2014/main" id="{6E8BFC94-FFEC-4290-AC27-760323F21BA3}"/>
              </a:ext>
            </a:extLst>
          </p:cNvPr>
          <p:cNvSpPr>
            <a:spLocks noGrp="1"/>
          </p:cNvSpPr>
          <p:nvPr>
            <p:ph type="body" idx="1" hasCustomPrompt="1"/>
          </p:nvPr>
        </p:nvSpPr>
        <p:spPr>
          <a:xfrm>
            <a:off x="831850" y="4839691"/>
            <a:ext cx="10515600" cy="1305379"/>
          </a:xfrm>
        </p:spPr>
        <p:txBody>
          <a:bodyPr vert="horz" lIns="91440" tIns="45720" rIns="91440" bIns="45720" rtlCol="0">
            <a:noAutofit/>
          </a:bodyPr>
          <a:lstStyle>
            <a:lvl1pPr marL="0" indent="0" algn="ctr">
              <a:lnSpc>
                <a:spcPct val="100000"/>
              </a:lnSpc>
              <a:buNone/>
              <a:defRPr lang="en-US" sz="1800" b="0" cap="none" baseline="0" dirty="0" smtClean="0"/>
            </a:lvl1pPr>
          </a:lstStyle>
          <a:p>
            <a:pPr marL="228600" lvl="0" indent="-228600"/>
            <a:r>
              <a:rPr lang="en-US" noProof="0"/>
              <a:t>Edit Master text styles</a:t>
            </a:r>
          </a:p>
        </p:txBody>
      </p:sp>
      <p:sp>
        <p:nvSpPr>
          <p:cNvPr id="6" name="Slide Number Placeholder 5">
            <a:extLst>
              <a:ext uri="{FF2B5EF4-FFF2-40B4-BE49-F238E27FC236}">
                <a16:creationId xmlns:a16="http://schemas.microsoft.com/office/drawing/2014/main" id="{B44139FA-A83B-432B-9C7C-26634F4630E6}"/>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sp>
        <p:nvSpPr>
          <p:cNvPr id="14" name="Picture Placeholder 13">
            <a:extLst>
              <a:ext uri="{FF2B5EF4-FFF2-40B4-BE49-F238E27FC236}">
                <a16:creationId xmlns:a16="http://schemas.microsoft.com/office/drawing/2014/main" id="{A7389277-B3D3-4AEE-8BE0-0559A7396981}"/>
              </a:ext>
            </a:extLst>
          </p:cNvPr>
          <p:cNvSpPr>
            <a:spLocks noGrp="1"/>
          </p:cNvSpPr>
          <p:nvPr>
            <p:ph type="pic" sz="quarter" idx="13"/>
          </p:nvPr>
        </p:nvSpPr>
        <p:spPr>
          <a:xfrm>
            <a:off x="0" y="0"/>
            <a:ext cx="12192000" cy="3713018"/>
          </a:xfrm>
          <a:solidFill>
            <a:schemeClr val="bg1">
              <a:lumMod val="85000"/>
            </a:schemeClr>
          </a:solidFill>
        </p:spPr>
        <p:txBody>
          <a:bodyPr anchor="ctr">
            <a:normAutofit/>
          </a:bodyPr>
          <a:lstStyle>
            <a:lvl1pPr marL="0" indent="0" algn="ctr">
              <a:buNone/>
              <a:defRPr sz="2000"/>
            </a:lvl1pPr>
          </a:lstStyle>
          <a:p>
            <a:r>
              <a:rPr lang="en-US" noProof="0"/>
              <a:t>Click icon to add picture</a:t>
            </a:r>
            <a:endParaRPr lang="en-US" noProof="0" dirty="0"/>
          </a:p>
        </p:txBody>
      </p:sp>
      <p:cxnSp>
        <p:nvCxnSpPr>
          <p:cNvPr id="7" name="Straight Connector 6">
            <a:extLst>
              <a:ext uri="{FF2B5EF4-FFF2-40B4-BE49-F238E27FC236}">
                <a16:creationId xmlns:a16="http://schemas.microsoft.com/office/drawing/2014/main" id="{D93E40EC-FFAE-4BC0-932E-60CC9A1785C0}"/>
              </a:ext>
            </a:extLst>
          </p:cNvPr>
          <p:cNvCxnSpPr>
            <a:cxnSpLocks/>
          </p:cNvCxnSpPr>
          <p:nvPr userDrawn="1"/>
        </p:nvCxnSpPr>
        <p:spPr>
          <a:xfrm>
            <a:off x="5351690" y="3748188"/>
            <a:ext cx="1488621" cy="0"/>
          </a:xfrm>
          <a:prstGeom prst="line">
            <a:avLst/>
          </a:prstGeom>
          <a:ln w="139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Content Placeholder 16">
            <a:extLst>
              <a:ext uri="{FF2B5EF4-FFF2-40B4-BE49-F238E27FC236}">
                <a16:creationId xmlns:a16="http://schemas.microsoft.com/office/drawing/2014/main" id="{B34A1799-63F2-4B23-A188-7BAB23FB821F}"/>
              </a:ext>
            </a:extLst>
          </p:cNvPr>
          <p:cNvSpPr>
            <a:spLocks noGrp="1"/>
          </p:cNvSpPr>
          <p:nvPr>
            <p:ph sz="quarter" idx="14" hasCustomPrompt="1"/>
          </p:nvPr>
        </p:nvSpPr>
        <p:spPr>
          <a:xfrm>
            <a:off x="363416" y="6462713"/>
            <a:ext cx="2262187" cy="249237"/>
          </a:xfrm>
        </p:spPr>
        <p:txBody>
          <a:bodyPr>
            <a:noAutofit/>
          </a:bodyPr>
          <a:lstStyle>
            <a:lvl1pPr marL="0" indent="0">
              <a:buNone/>
              <a:defRPr sz="1400" b="1" cap="all" baseline="0">
                <a:solidFill>
                  <a:schemeClr val="tx1">
                    <a:lumMod val="50000"/>
                    <a:lumOff val="50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Your company name</a:t>
            </a:r>
          </a:p>
        </p:txBody>
      </p:sp>
      <p:grpSp>
        <p:nvGrpSpPr>
          <p:cNvPr id="18" name="Group 17">
            <a:extLst>
              <a:ext uri="{FF2B5EF4-FFF2-40B4-BE49-F238E27FC236}">
                <a16:creationId xmlns:a16="http://schemas.microsoft.com/office/drawing/2014/main" id="{65844635-8274-49B1-BBEC-354A0872E526}"/>
              </a:ext>
            </a:extLst>
          </p:cNvPr>
          <p:cNvGrpSpPr/>
          <p:nvPr userDrawn="1"/>
        </p:nvGrpSpPr>
        <p:grpSpPr>
          <a:xfrm>
            <a:off x="5721601" y="4594679"/>
            <a:ext cx="748798" cy="134113"/>
            <a:chOff x="4827813" y="2534636"/>
            <a:chExt cx="996651" cy="178504"/>
          </a:xfrm>
        </p:grpSpPr>
        <p:sp>
          <p:nvSpPr>
            <p:cNvPr id="19" name="Oval 18">
              <a:extLst>
                <a:ext uri="{FF2B5EF4-FFF2-40B4-BE49-F238E27FC236}">
                  <a16:creationId xmlns:a16="http://schemas.microsoft.com/office/drawing/2014/main" id="{9754643C-5B30-4FC2-BFAC-4FD007AC9EC7}"/>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Oval 19">
              <a:extLst>
                <a:ext uri="{FF2B5EF4-FFF2-40B4-BE49-F238E27FC236}">
                  <a16:creationId xmlns:a16="http://schemas.microsoft.com/office/drawing/2014/main" id="{23FDDB55-6BA5-4489-9E37-4A76254A5CD7}"/>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Oval 20">
              <a:extLst>
                <a:ext uri="{FF2B5EF4-FFF2-40B4-BE49-F238E27FC236}">
                  <a16:creationId xmlns:a16="http://schemas.microsoft.com/office/drawing/2014/main" id="{DA023CF8-2471-40A5-B2EF-E9BF4DF2C0E1}"/>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22" name="Oval 21">
              <a:extLst>
                <a:ext uri="{FF2B5EF4-FFF2-40B4-BE49-F238E27FC236}">
                  <a16:creationId xmlns:a16="http://schemas.microsoft.com/office/drawing/2014/main" id="{F9B0428F-5D1A-4CD3-BDA2-9CA7F5141455}"/>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Tree>
    <p:extLst>
      <p:ext uri="{BB962C8B-B14F-4D97-AF65-F5344CB8AC3E}">
        <p14:creationId xmlns:p14="http://schemas.microsoft.com/office/powerpoint/2010/main" val="4278063850"/>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mp; Content 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237E7-A574-47D2-9624-D12F47560519}"/>
              </a:ext>
            </a:extLst>
          </p:cNvPr>
          <p:cNvSpPr>
            <a:spLocks noGrp="1"/>
          </p:cNvSpPr>
          <p:nvPr>
            <p:ph type="title" hasCustomPrompt="1"/>
          </p:nvPr>
        </p:nvSpPr>
        <p:spPr>
          <a:xfrm>
            <a:off x="363416" y="246186"/>
            <a:ext cx="3206261" cy="1037492"/>
          </a:xfrm>
        </p:spPr>
        <p:txBody>
          <a:bodyPr lIns="0" tIns="0" rIns="0" bIns="0" anchor="b">
            <a:noAutofit/>
          </a:bodyPr>
          <a:lstStyle>
            <a:lvl1pPr>
              <a:defRPr sz="3200" b="1" cap="all" baseline="0"/>
            </a:lvl1pPr>
          </a:lstStyle>
          <a:p>
            <a:r>
              <a:rPr lang="en-US" noProof="0"/>
              <a:t>Title here</a:t>
            </a:r>
          </a:p>
        </p:txBody>
      </p:sp>
      <p:sp>
        <p:nvSpPr>
          <p:cNvPr id="3" name="Text Placeholder 2">
            <a:extLst>
              <a:ext uri="{FF2B5EF4-FFF2-40B4-BE49-F238E27FC236}">
                <a16:creationId xmlns:a16="http://schemas.microsoft.com/office/drawing/2014/main" id="{712D9B6D-CE43-4FB1-87C0-D3565E730242}"/>
              </a:ext>
            </a:extLst>
          </p:cNvPr>
          <p:cNvSpPr>
            <a:spLocks noGrp="1"/>
          </p:cNvSpPr>
          <p:nvPr>
            <p:ph type="body" idx="1" hasCustomPrompt="1"/>
          </p:nvPr>
        </p:nvSpPr>
        <p:spPr>
          <a:xfrm>
            <a:off x="4080986" y="2426274"/>
            <a:ext cx="3008434" cy="601087"/>
          </a:xfrm>
        </p:spPr>
        <p:txBody>
          <a:bodyPr lIns="0" tIns="0" rIns="0" bIns="0" anchor="b">
            <a:noAutofit/>
          </a:bodyPr>
          <a:lstStyle>
            <a:lvl1pPr marL="0" indent="0">
              <a:buNone/>
              <a:defRPr sz="18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4" name="Content Placeholder 3">
            <a:extLst>
              <a:ext uri="{FF2B5EF4-FFF2-40B4-BE49-F238E27FC236}">
                <a16:creationId xmlns:a16="http://schemas.microsoft.com/office/drawing/2014/main" id="{249D73CD-EB11-4ED6-80CF-B68320D57E91}"/>
              </a:ext>
            </a:extLst>
          </p:cNvPr>
          <p:cNvSpPr>
            <a:spLocks noGrp="1"/>
          </p:cNvSpPr>
          <p:nvPr>
            <p:ph sz="half" idx="2" hasCustomPrompt="1"/>
          </p:nvPr>
        </p:nvSpPr>
        <p:spPr>
          <a:xfrm>
            <a:off x="4080986" y="3097702"/>
            <a:ext cx="3008434" cy="3091961"/>
          </a:xfrm>
        </p:spPr>
        <p:txBody>
          <a:bodyPr lIns="0" tIns="0" rIns="0" bIns="0">
            <a:noAutofit/>
          </a:bodyPr>
          <a:lstStyle>
            <a:lvl1pPr>
              <a:defRPr sz="1600"/>
            </a:lvl1pPr>
            <a:lvl2pPr>
              <a:defRPr sz="1400"/>
            </a:lvl2pPr>
            <a:lvl3pPr>
              <a:defRPr sz="1200"/>
            </a:lvl3pPr>
            <a:lvl4pPr>
              <a:defRPr sz="1100"/>
            </a:lvl4pPr>
            <a:lvl5pPr>
              <a:defRPr sz="110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Slide Number Placeholder 5">
            <a:extLst>
              <a:ext uri="{FF2B5EF4-FFF2-40B4-BE49-F238E27FC236}">
                <a16:creationId xmlns:a16="http://schemas.microsoft.com/office/drawing/2014/main" id="{99564622-96D9-48C4-BB60-87F3F7C8E122}"/>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sp>
        <p:nvSpPr>
          <p:cNvPr id="11" name="Content Placeholder 16">
            <a:extLst>
              <a:ext uri="{FF2B5EF4-FFF2-40B4-BE49-F238E27FC236}">
                <a16:creationId xmlns:a16="http://schemas.microsoft.com/office/drawing/2014/main" id="{57889B18-CC7E-47A7-B83B-45D7871D298A}"/>
              </a:ext>
            </a:extLst>
          </p:cNvPr>
          <p:cNvSpPr>
            <a:spLocks noGrp="1"/>
          </p:cNvSpPr>
          <p:nvPr>
            <p:ph sz="quarter" idx="14" hasCustomPrompt="1"/>
          </p:nvPr>
        </p:nvSpPr>
        <p:spPr>
          <a:xfrm>
            <a:off x="363416" y="6462713"/>
            <a:ext cx="2262187" cy="249237"/>
          </a:xfrm>
        </p:spPr>
        <p:txBody>
          <a:bodyPr>
            <a:noAutofit/>
          </a:bodyPr>
          <a:lstStyle>
            <a:lvl1pPr marL="0" indent="0">
              <a:buNone/>
              <a:defRPr sz="1400" b="1" cap="all" baseline="0">
                <a:solidFill>
                  <a:schemeClr val="tx1">
                    <a:lumMod val="50000"/>
                    <a:lumOff val="50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Your company name</a:t>
            </a:r>
          </a:p>
        </p:txBody>
      </p:sp>
      <p:grpSp>
        <p:nvGrpSpPr>
          <p:cNvPr id="6" name="Group 5">
            <a:extLst>
              <a:ext uri="{FF2B5EF4-FFF2-40B4-BE49-F238E27FC236}">
                <a16:creationId xmlns:a16="http://schemas.microsoft.com/office/drawing/2014/main" id="{A6A27954-3A0E-430B-AD48-05A3F3278D70}"/>
              </a:ext>
            </a:extLst>
          </p:cNvPr>
          <p:cNvGrpSpPr/>
          <p:nvPr userDrawn="1"/>
        </p:nvGrpSpPr>
        <p:grpSpPr>
          <a:xfrm>
            <a:off x="-24056" y="1452564"/>
            <a:ext cx="3385227" cy="134113"/>
            <a:chOff x="-24055" y="1452565"/>
            <a:chExt cx="2374534" cy="0"/>
          </a:xfrm>
        </p:grpSpPr>
        <p:cxnSp>
          <p:nvCxnSpPr>
            <p:cNvPr id="12" name="Straight Connector 11">
              <a:extLst>
                <a:ext uri="{FF2B5EF4-FFF2-40B4-BE49-F238E27FC236}">
                  <a16:creationId xmlns:a16="http://schemas.microsoft.com/office/drawing/2014/main" id="{D9C089FD-3BC7-434F-810A-04F78AFC84D2}"/>
                </a:ext>
              </a:extLst>
            </p:cNvPr>
            <p:cNvCxnSpPr>
              <a:cxnSpLocks/>
            </p:cNvCxnSpPr>
            <p:nvPr userDrawn="1"/>
          </p:nvCxnSpPr>
          <p:spPr>
            <a:xfrm>
              <a:off x="-24055" y="1452565"/>
              <a:ext cx="171783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F7AC837-D78F-424C-9FDC-C3A445A5E0B6}"/>
                </a:ext>
              </a:extLst>
            </p:cNvPr>
            <p:cNvCxnSpPr>
              <a:cxnSpLocks/>
            </p:cNvCxnSpPr>
            <p:nvPr userDrawn="1"/>
          </p:nvCxnSpPr>
          <p:spPr>
            <a:xfrm>
              <a:off x="1804745" y="1452565"/>
              <a:ext cx="545734"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grpSp>
      <p:cxnSp>
        <p:nvCxnSpPr>
          <p:cNvPr id="22" name="Straight Connector 21">
            <a:extLst>
              <a:ext uri="{FF2B5EF4-FFF2-40B4-BE49-F238E27FC236}">
                <a16:creationId xmlns:a16="http://schemas.microsoft.com/office/drawing/2014/main" id="{6831C4EF-58CF-4AEC-9F81-CB38D946A457}"/>
              </a:ext>
            </a:extLst>
          </p:cNvPr>
          <p:cNvCxnSpPr>
            <a:cxnSpLocks/>
          </p:cNvCxnSpPr>
          <p:nvPr userDrawn="1"/>
        </p:nvCxnSpPr>
        <p:spPr>
          <a:xfrm flipV="1">
            <a:off x="3639489" y="421045"/>
            <a:ext cx="0" cy="5768619"/>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9" name="Text Placeholder 2">
            <a:extLst>
              <a:ext uri="{FF2B5EF4-FFF2-40B4-BE49-F238E27FC236}">
                <a16:creationId xmlns:a16="http://schemas.microsoft.com/office/drawing/2014/main" id="{A09F60F9-61AE-4464-B369-1CF86DB708DA}"/>
              </a:ext>
            </a:extLst>
          </p:cNvPr>
          <p:cNvSpPr>
            <a:spLocks noGrp="1"/>
          </p:cNvSpPr>
          <p:nvPr>
            <p:ph type="body" idx="15" hasCustomPrompt="1"/>
          </p:nvPr>
        </p:nvSpPr>
        <p:spPr>
          <a:xfrm>
            <a:off x="7870582" y="2426274"/>
            <a:ext cx="3008434" cy="601087"/>
          </a:xfrm>
        </p:spPr>
        <p:txBody>
          <a:bodyPr lIns="0" tIns="0" rIns="0" bIns="0" anchor="b">
            <a:noAutofit/>
          </a:bodyPr>
          <a:lstStyle>
            <a:lvl1pPr marL="0" indent="0">
              <a:buNone/>
              <a:defRPr sz="18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20" name="Content Placeholder 3">
            <a:extLst>
              <a:ext uri="{FF2B5EF4-FFF2-40B4-BE49-F238E27FC236}">
                <a16:creationId xmlns:a16="http://schemas.microsoft.com/office/drawing/2014/main" id="{124CEF01-2C7C-4568-8A45-5F5A058ECFC1}"/>
              </a:ext>
            </a:extLst>
          </p:cNvPr>
          <p:cNvSpPr>
            <a:spLocks noGrp="1"/>
          </p:cNvSpPr>
          <p:nvPr>
            <p:ph sz="half" idx="16" hasCustomPrompt="1"/>
          </p:nvPr>
        </p:nvSpPr>
        <p:spPr>
          <a:xfrm>
            <a:off x="7870582" y="3097702"/>
            <a:ext cx="3008434" cy="3091961"/>
          </a:xfrm>
        </p:spPr>
        <p:txBody>
          <a:bodyPr lIns="0" tIns="0" rIns="0" bIns="0">
            <a:noAutofit/>
          </a:bodyPr>
          <a:lstStyle>
            <a:lvl1pPr>
              <a:defRPr sz="1600"/>
            </a:lvl1pPr>
            <a:lvl2pPr>
              <a:defRPr sz="1400"/>
            </a:lvl2pPr>
            <a:lvl3pPr>
              <a:defRPr sz="1200"/>
            </a:lvl3pPr>
            <a:lvl4pPr>
              <a:defRPr sz="1100"/>
            </a:lvl4pPr>
            <a:lvl5pPr>
              <a:defRPr sz="110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3" name="Picture Placeholder 8">
            <a:extLst>
              <a:ext uri="{FF2B5EF4-FFF2-40B4-BE49-F238E27FC236}">
                <a16:creationId xmlns:a16="http://schemas.microsoft.com/office/drawing/2014/main" id="{BAF86618-E012-4E70-91E3-A72E71C63E64}"/>
              </a:ext>
            </a:extLst>
          </p:cNvPr>
          <p:cNvSpPr>
            <a:spLocks noGrp="1"/>
          </p:cNvSpPr>
          <p:nvPr>
            <p:ph type="pic" sz="quarter" idx="18" hasCustomPrompt="1"/>
          </p:nvPr>
        </p:nvSpPr>
        <p:spPr>
          <a:xfrm>
            <a:off x="4080986" y="1676296"/>
            <a:ext cx="587932" cy="587932"/>
          </a:xfrm>
          <a:noFill/>
        </p:spPr>
        <p:txBody>
          <a:bodyPr anchor="ctr">
            <a:noAutofit/>
          </a:bodyPr>
          <a:lstStyle>
            <a:lvl1pPr marL="0" indent="0" algn="ctr">
              <a:buNone/>
              <a:defRPr sz="1400">
                <a:solidFill>
                  <a:schemeClr val="tx1"/>
                </a:solidFill>
              </a:defRPr>
            </a:lvl1pPr>
          </a:lstStyle>
          <a:p>
            <a:r>
              <a:rPr lang="en-US" noProof="0" dirty="0"/>
              <a:t>Icon Here</a:t>
            </a:r>
          </a:p>
        </p:txBody>
      </p:sp>
      <p:sp>
        <p:nvSpPr>
          <p:cNvPr id="24" name="Picture Placeholder 8">
            <a:extLst>
              <a:ext uri="{FF2B5EF4-FFF2-40B4-BE49-F238E27FC236}">
                <a16:creationId xmlns:a16="http://schemas.microsoft.com/office/drawing/2014/main" id="{4FF378B9-734E-4C43-836C-CB80566DDB15}"/>
              </a:ext>
            </a:extLst>
          </p:cNvPr>
          <p:cNvSpPr>
            <a:spLocks noGrp="1"/>
          </p:cNvSpPr>
          <p:nvPr>
            <p:ph type="pic" sz="quarter" idx="19" hasCustomPrompt="1"/>
          </p:nvPr>
        </p:nvSpPr>
        <p:spPr>
          <a:xfrm>
            <a:off x="7868008" y="1676296"/>
            <a:ext cx="587932" cy="587932"/>
          </a:xfrm>
          <a:noFill/>
        </p:spPr>
        <p:txBody>
          <a:bodyPr anchor="ctr">
            <a:noAutofit/>
          </a:bodyPr>
          <a:lstStyle>
            <a:lvl1pPr marL="0" indent="0" algn="ctr">
              <a:buNone/>
              <a:defRPr sz="1400">
                <a:solidFill>
                  <a:schemeClr val="tx1"/>
                </a:solidFill>
              </a:defRPr>
            </a:lvl1pPr>
          </a:lstStyle>
          <a:p>
            <a:r>
              <a:rPr lang="en-US" noProof="0" dirty="0"/>
              <a:t>Icon Here</a:t>
            </a:r>
          </a:p>
        </p:txBody>
      </p:sp>
      <p:sp>
        <p:nvSpPr>
          <p:cNvPr id="25" name="Oval 24">
            <a:extLst>
              <a:ext uri="{FF2B5EF4-FFF2-40B4-BE49-F238E27FC236}">
                <a16:creationId xmlns:a16="http://schemas.microsoft.com/office/drawing/2014/main" id="{3F366940-FB5E-4B76-8829-80C14F137B3A}"/>
              </a:ext>
            </a:extLst>
          </p:cNvPr>
          <p:cNvSpPr/>
          <p:nvPr userDrawn="1"/>
        </p:nvSpPr>
        <p:spPr>
          <a:xfrm>
            <a:off x="10251393" y="555158"/>
            <a:ext cx="3298372" cy="3298372"/>
          </a:xfrm>
          <a:prstGeom prst="ellipse">
            <a:avLst/>
          </a:prstGeom>
          <a:no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Oval 25">
            <a:extLst>
              <a:ext uri="{FF2B5EF4-FFF2-40B4-BE49-F238E27FC236}">
                <a16:creationId xmlns:a16="http://schemas.microsoft.com/office/drawing/2014/main" id="{75486FFB-46EF-4E74-BFFF-7ED054DB0D9C}"/>
              </a:ext>
            </a:extLst>
          </p:cNvPr>
          <p:cNvSpPr/>
          <p:nvPr userDrawn="1"/>
        </p:nvSpPr>
        <p:spPr>
          <a:xfrm>
            <a:off x="9932986" y="330754"/>
            <a:ext cx="1268186" cy="1268186"/>
          </a:xfrm>
          <a:prstGeom prst="ellipse">
            <a:avLst/>
          </a:prstGeom>
          <a:noFill/>
          <a:ln w="317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9" name="Text Placeholder 2">
            <a:extLst>
              <a:ext uri="{FF2B5EF4-FFF2-40B4-BE49-F238E27FC236}">
                <a16:creationId xmlns:a16="http://schemas.microsoft.com/office/drawing/2014/main" id="{76F2CCF2-293A-49CA-B2A9-134BB5DEF98E}"/>
              </a:ext>
            </a:extLst>
          </p:cNvPr>
          <p:cNvSpPr>
            <a:spLocks noGrp="1"/>
          </p:cNvSpPr>
          <p:nvPr>
            <p:ph type="body" idx="20" hasCustomPrompt="1"/>
          </p:nvPr>
        </p:nvSpPr>
        <p:spPr>
          <a:xfrm>
            <a:off x="4080985" y="480157"/>
            <a:ext cx="6944563" cy="823912"/>
          </a:xfrm>
        </p:spPr>
        <p:txBody>
          <a:bodyPr lIns="0" tIns="0" rIns="0" bIns="0" anchor="ctr">
            <a:noAutofit/>
          </a:bodyPr>
          <a:lstStyle>
            <a:lvl1pPr marL="0" indent="0">
              <a:buNone/>
              <a:defRPr sz="2000" b="1">
                <a:solidFill>
                  <a:schemeClr val="tx1">
                    <a:lumMod val="50000"/>
                    <a:lumOff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grpSp>
        <p:nvGrpSpPr>
          <p:cNvPr id="27" name="Group 26">
            <a:extLst>
              <a:ext uri="{FF2B5EF4-FFF2-40B4-BE49-F238E27FC236}">
                <a16:creationId xmlns:a16="http://schemas.microsoft.com/office/drawing/2014/main" id="{6D35CCD2-B73F-944C-B572-7FBFC7DE22E4}"/>
              </a:ext>
            </a:extLst>
          </p:cNvPr>
          <p:cNvGrpSpPr/>
          <p:nvPr userDrawn="1"/>
        </p:nvGrpSpPr>
        <p:grpSpPr>
          <a:xfrm>
            <a:off x="363416" y="421045"/>
            <a:ext cx="748798" cy="134113"/>
            <a:chOff x="4827813" y="2534636"/>
            <a:chExt cx="996651" cy="178504"/>
          </a:xfrm>
        </p:grpSpPr>
        <p:sp>
          <p:nvSpPr>
            <p:cNvPr id="28" name="Oval 27">
              <a:extLst>
                <a:ext uri="{FF2B5EF4-FFF2-40B4-BE49-F238E27FC236}">
                  <a16:creationId xmlns:a16="http://schemas.microsoft.com/office/drawing/2014/main" id="{9D8F78D8-558F-3540-A5F4-B1AD8942B341}"/>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5" name="Oval 34">
              <a:extLst>
                <a:ext uri="{FF2B5EF4-FFF2-40B4-BE49-F238E27FC236}">
                  <a16:creationId xmlns:a16="http://schemas.microsoft.com/office/drawing/2014/main" id="{3F8F621A-F298-2B48-B7E0-8D9BEE8AA763}"/>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6" name="Oval 35">
              <a:extLst>
                <a:ext uri="{FF2B5EF4-FFF2-40B4-BE49-F238E27FC236}">
                  <a16:creationId xmlns:a16="http://schemas.microsoft.com/office/drawing/2014/main" id="{C17A3A3B-82AE-0A46-AE32-9B111F975BDB}"/>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37" name="Oval 36">
              <a:extLst>
                <a:ext uri="{FF2B5EF4-FFF2-40B4-BE49-F238E27FC236}">
                  <a16:creationId xmlns:a16="http://schemas.microsoft.com/office/drawing/2014/main" id="{DF206CE3-6B94-C340-8BA3-A2A4E407E499}"/>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Tree>
    <p:extLst>
      <p:ext uri="{BB962C8B-B14F-4D97-AF65-F5344CB8AC3E}">
        <p14:creationId xmlns:p14="http://schemas.microsoft.com/office/powerpoint/2010/main" val="3219051630"/>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alf Image Vertical Purple">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A7389277-B3D3-4AEE-8BE0-0559A7396981}"/>
              </a:ext>
            </a:extLst>
          </p:cNvPr>
          <p:cNvSpPr>
            <a:spLocks noGrp="1"/>
          </p:cNvSpPr>
          <p:nvPr>
            <p:ph type="pic" sz="quarter" idx="13"/>
          </p:nvPr>
        </p:nvSpPr>
        <p:spPr>
          <a:xfrm>
            <a:off x="5316488" y="0"/>
            <a:ext cx="6875511" cy="6858000"/>
          </a:xfrm>
          <a:solidFill>
            <a:schemeClr val="bg1">
              <a:lumMod val="85000"/>
            </a:schemeClr>
          </a:solidFill>
        </p:spPr>
        <p:txBody>
          <a:bodyPr anchor="ctr">
            <a:normAutofit/>
          </a:bodyPr>
          <a:lstStyle>
            <a:lvl1pPr marL="0" indent="0" algn="ctr">
              <a:buNone/>
              <a:defRPr sz="2000"/>
            </a:lvl1pPr>
          </a:lstStyle>
          <a:p>
            <a:r>
              <a:rPr lang="en-US" noProof="0"/>
              <a:t>Click icon to add picture</a:t>
            </a:r>
            <a:endParaRPr lang="en-US" noProof="0" dirty="0"/>
          </a:p>
        </p:txBody>
      </p:sp>
      <p:sp>
        <p:nvSpPr>
          <p:cNvPr id="4" name="Rectangle 3">
            <a:extLst>
              <a:ext uri="{FF2B5EF4-FFF2-40B4-BE49-F238E27FC236}">
                <a16:creationId xmlns:a16="http://schemas.microsoft.com/office/drawing/2014/main" id="{9536DA47-61AF-4CF1-8DF3-3721934D13E3}"/>
              </a:ext>
            </a:extLst>
          </p:cNvPr>
          <p:cNvSpPr/>
          <p:nvPr userDrawn="1"/>
        </p:nvSpPr>
        <p:spPr>
          <a:xfrm>
            <a:off x="0" y="0"/>
            <a:ext cx="5316488" cy="6857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Rectangle 4">
            <a:extLst>
              <a:ext uri="{FF2B5EF4-FFF2-40B4-BE49-F238E27FC236}">
                <a16:creationId xmlns:a16="http://schemas.microsoft.com/office/drawing/2014/main" id="{056FD760-FBDC-4410-A039-469F7931D3A3}"/>
              </a:ext>
            </a:extLst>
          </p:cNvPr>
          <p:cNvSpPr/>
          <p:nvPr userDrawn="1"/>
        </p:nvSpPr>
        <p:spPr>
          <a:xfrm>
            <a:off x="831850" y="1723292"/>
            <a:ext cx="5307246" cy="37455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BCD44E22-137C-4913-A29E-04F82EA87867}"/>
              </a:ext>
            </a:extLst>
          </p:cNvPr>
          <p:cNvSpPr>
            <a:spLocks noGrp="1"/>
          </p:cNvSpPr>
          <p:nvPr>
            <p:ph type="title" hasCustomPrompt="1"/>
          </p:nvPr>
        </p:nvSpPr>
        <p:spPr>
          <a:xfrm>
            <a:off x="384651" y="1087907"/>
            <a:ext cx="4468698" cy="1444275"/>
          </a:xfrm>
        </p:spPr>
        <p:txBody>
          <a:bodyPr vert="horz" lIns="91440" tIns="792000" rIns="91440" bIns="45720" rtlCol="0" anchor="t">
            <a:noAutofit/>
          </a:bodyPr>
          <a:lstStyle>
            <a:lvl1pPr algn="l">
              <a:defRPr lang="en-IN" sz="3600" b="1" cap="all" baseline="0">
                <a:solidFill>
                  <a:schemeClr val="bg1"/>
                </a:solidFill>
              </a:defRPr>
            </a:lvl1pPr>
          </a:lstStyle>
          <a:p>
            <a:pPr lvl="0"/>
            <a:r>
              <a:rPr lang="en-US" noProof="0"/>
              <a:t>TITLE HERE</a:t>
            </a:r>
          </a:p>
        </p:txBody>
      </p:sp>
      <p:sp>
        <p:nvSpPr>
          <p:cNvPr id="3" name="Text Placeholder 2">
            <a:extLst>
              <a:ext uri="{FF2B5EF4-FFF2-40B4-BE49-F238E27FC236}">
                <a16:creationId xmlns:a16="http://schemas.microsoft.com/office/drawing/2014/main" id="{6E8BFC94-FFEC-4290-AC27-760323F21BA3}"/>
              </a:ext>
            </a:extLst>
          </p:cNvPr>
          <p:cNvSpPr>
            <a:spLocks noGrp="1"/>
          </p:cNvSpPr>
          <p:nvPr>
            <p:ph type="body" idx="1" hasCustomPrompt="1"/>
          </p:nvPr>
        </p:nvSpPr>
        <p:spPr>
          <a:xfrm>
            <a:off x="368711" y="2552611"/>
            <a:ext cx="4097778" cy="1992819"/>
          </a:xfrm>
        </p:spPr>
        <p:txBody>
          <a:bodyPr vert="horz" lIns="91440" tIns="45720" rIns="91440" bIns="45720" rtlCol="0">
            <a:noAutofit/>
          </a:bodyPr>
          <a:lstStyle>
            <a:lvl1pPr marL="0" indent="0" algn="l">
              <a:lnSpc>
                <a:spcPct val="100000"/>
              </a:lnSpc>
              <a:buNone/>
              <a:defRPr lang="en-US" sz="1800" b="0" cap="none" baseline="0" dirty="0" smtClean="0">
                <a:solidFill>
                  <a:schemeClr val="bg1"/>
                </a:solidFill>
              </a:defRPr>
            </a:lvl1pPr>
          </a:lstStyle>
          <a:p>
            <a:pPr marL="228600" lvl="0" indent="-228600"/>
            <a:r>
              <a:rPr lang="en-US" noProof="0"/>
              <a:t>Edit Master text styles</a:t>
            </a:r>
          </a:p>
        </p:txBody>
      </p:sp>
      <p:sp>
        <p:nvSpPr>
          <p:cNvPr id="6" name="Slide Number Placeholder 5">
            <a:extLst>
              <a:ext uri="{FF2B5EF4-FFF2-40B4-BE49-F238E27FC236}">
                <a16:creationId xmlns:a16="http://schemas.microsoft.com/office/drawing/2014/main" id="{B44139FA-A83B-432B-9C7C-26634F4630E6}"/>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cxnSp>
        <p:nvCxnSpPr>
          <p:cNvPr id="7" name="Straight Connector 6">
            <a:extLst>
              <a:ext uri="{FF2B5EF4-FFF2-40B4-BE49-F238E27FC236}">
                <a16:creationId xmlns:a16="http://schemas.microsoft.com/office/drawing/2014/main" id="{D93E40EC-FFAE-4BC0-932E-60CC9A1785C0}"/>
              </a:ext>
            </a:extLst>
          </p:cNvPr>
          <p:cNvCxnSpPr>
            <a:cxnSpLocks/>
          </p:cNvCxnSpPr>
          <p:nvPr userDrawn="1"/>
        </p:nvCxnSpPr>
        <p:spPr>
          <a:xfrm>
            <a:off x="454991" y="1620451"/>
            <a:ext cx="1488621"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Content Placeholder 16">
            <a:extLst>
              <a:ext uri="{FF2B5EF4-FFF2-40B4-BE49-F238E27FC236}">
                <a16:creationId xmlns:a16="http://schemas.microsoft.com/office/drawing/2014/main" id="{B34A1799-63F2-4B23-A188-7BAB23FB821F}"/>
              </a:ext>
            </a:extLst>
          </p:cNvPr>
          <p:cNvSpPr>
            <a:spLocks noGrp="1"/>
          </p:cNvSpPr>
          <p:nvPr>
            <p:ph sz="quarter" idx="14" hasCustomPrompt="1"/>
          </p:nvPr>
        </p:nvSpPr>
        <p:spPr>
          <a:xfrm>
            <a:off x="363416" y="6462713"/>
            <a:ext cx="2262187" cy="249237"/>
          </a:xfrm>
        </p:spPr>
        <p:txBody>
          <a:bodyPr>
            <a:noAutofit/>
          </a:bodyPr>
          <a:lstStyle>
            <a:lvl1pPr marL="0" indent="0">
              <a:buNone/>
              <a:defRPr sz="1400" b="1" cap="all"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Your company name</a:t>
            </a:r>
          </a:p>
        </p:txBody>
      </p:sp>
      <p:grpSp>
        <p:nvGrpSpPr>
          <p:cNvPr id="13" name="Group 12">
            <a:extLst>
              <a:ext uri="{FF2B5EF4-FFF2-40B4-BE49-F238E27FC236}">
                <a16:creationId xmlns:a16="http://schemas.microsoft.com/office/drawing/2014/main" id="{C5F2EA84-5150-479B-86D5-F4BAE1263488}"/>
              </a:ext>
            </a:extLst>
          </p:cNvPr>
          <p:cNvGrpSpPr/>
          <p:nvPr userDrawn="1"/>
        </p:nvGrpSpPr>
        <p:grpSpPr>
          <a:xfrm flipH="1">
            <a:off x="1130928" y="4803540"/>
            <a:ext cx="3616779" cy="3522776"/>
            <a:chOff x="2555621" y="3917613"/>
            <a:chExt cx="3616779" cy="3522776"/>
          </a:xfrm>
        </p:grpSpPr>
        <p:sp>
          <p:nvSpPr>
            <p:cNvPr id="15" name="Oval 14">
              <a:extLst>
                <a:ext uri="{FF2B5EF4-FFF2-40B4-BE49-F238E27FC236}">
                  <a16:creationId xmlns:a16="http://schemas.microsoft.com/office/drawing/2014/main" id="{C0699C4B-8D8E-47E2-A0C5-D71C25ABAC72}"/>
                </a:ext>
              </a:extLst>
            </p:cNvPr>
            <p:cNvSpPr/>
            <p:nvPr userDrawn="1"/>
          </p:nvSpPr>
          <p:spPr>
            <a:xfrm>
              <a:off x="2874028" y="4142017"/>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Oval 15">
              <a:extLst>
                <a:ext uri="{FF2B5EF4-FFF2-40B4-BE49-F238E27FC236}">
                  <a16:creationId xmlns:a16="http://schemas.microsoft.com/office/drawing/2014/main" id="{2F607AB9-31A7-4B79-9AFE-0DFDB792E20C}"/>
                </a:ext>
              </a:extLst>
            </p:cNvPr>
            <p:cNvSpPr/>
            <p:nvPr userDrawn="1"/>
          </p:nvSpPr>
          <p:spPr>
            <a:xfrm>
              <a:off x="2555621" y="3917613"/>
              <a:ext cx="1268186"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Tree>
    <p:extLst>
      <p:ext uri="{BB962C8B-B14F-4D97-AF65-F5344CB8AC3E}">
        <p14:creationId xmlns:p14="http://schemas.microsoft.com/office/powerpoint/2010/main" val="1941749301"/>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CABAC-B403-4354-A27F-4C38B08C1D3F}"/>
              </a:ext>
            </a:extLst>
          </p:cNvPr>
          <p:cNvSpPr>
            <a:spLocks noGrp="1"/>
          </p:cNvSpPr>
          <p:nvPr>
            <p:ph type="title" hasCustomPrompt="1"/>
          </p:nvPr>
        </p:nvSpPr>
        <p:spPr>
          <a:xfrm>
            <a:off x="4712885" y="2704121"/>
            <a:ext cx="6556248" cy="750278"/>
          </a:xfrm>
        </p:spPr>
        <p:txBody>
          <a:bodyPr/>
          <a:lstStyle>
            <a:lvl1pPr>
              <a:defRPr lang="en-US" sz="4800" b="1" kern="1200" cap="all" baseline="0" smtClean="0">
                <a:solidFill>
                  <a:schemeClr val="tx1"/>
                </a:solidFill>
                <a:latin typeface="+mn-lt"/>
                <a:ea typeface="+mn-ea"/>
                <a:cs typeface="+mn-cs"/>
              </a:defRPr>
            </a:lvl1pPr>
          </a:lstStyle>
          <a:p>
            <a:r>
              <a:rPr lang="en-US" noProof="0"/>
              <a:t>Thank You</a:t>
            </a:r>
          </a:p>
        </p:txBody>
      </p:sp>
      <p:sp>
        <p:nvSpPr>
          <p:cNvPr id="4" name="Date Placeholder 3">
            <a:extLst>
              <a:ext uri="{FF2B5EF4-FFF2-40B4-BE49-F238E27FC236}">
                <a16:creationId xmlns:a16="http://schemas.microsoft.com/office/drawing/2014/main" id="{ABDE5D2F-535D-4D7C-9BE1-84BFEC7A6547}"/>
              </a:ext>
            </a:extLst>
          </p:cNvPr>
          <p:cNvSpPr>
            <a:spLocks noGrp="1"/>
          </p:cNvSpPr>
          <p:nvPr>
            <p:ph type="dt" sz="half" idx="10"/>
          </p:nvPr>
        </p:nvSpPr>
        <p:spPr>
          <a:xfrm>
            <a:off x="838200" y="6356350"/>
            <a:ext cx="2743200" cy="365125"/>
          </a:xfrm>
          <a:prstGeom prst="rect">
            <a:avLst/>
          </a:prstGeom>
        </p:spPr>
        <p:txBody>
          <a:bodyPr/>
          <a:lstStyle/>
          <a:p>
            <a:fld id="{C1F93407-1483-4B80-86DE-DAE1D4D89093}" type="datetimeFigureOut">
              <a:rPr lang="en-US" noProof="0" smtClean="0"/>
              <a:t>24-Nov-21</a:t>
            </a:fld>
            <a:endParaRPr lang="en-US" noProof="0" dirty="0"/>
          </a:p>
        </p:txBody>
      </p:sp>
      <p:cxnSp>
        <p:nvCxnSpPr>
          <p:cNvPr id="7" name="Straight Connector 6">
            <a:extLst>
              <a:ext uri="{FF2B5EF4-FFF2-40B4-BE49-F238E27FC236}">
                <a16:creationId xmlns:a16="http://schemas.microsoft.com/office/drawing/2014/main" id="{64363625-95D4-4DF0-A1AA-D060728EC426}"/>
              </a:ext>
            </a:extLst>
          </p:cNvPr>
          <p:cNvCxnSpPr>
            <a:cxnSpLocks/>
          </p:cNvCxnSpPr>
          <p:nvPr userDrawn="1"/>
        </p:nvCxnSpPr>
        <p:spPr>
          <a:xfrm>
            <a:off x="4827813" y="3760408"/>
            <a:ext cx="148862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4" name="Picture Placeholder 13">
            <a:extLst>
              <a:ext uri="{FF2B5EF4-FFF2-40B4-BE49-F238E27FC236}">
                <a16:creationId xmlns:a16="http://schemas.microsoft.com/office/drawing/2014/main" id="{F0C7F772-E2DA-4B13-AC2E-28A0EE6D8465}"/>
              </a:ext>
            </a:extLst>
          </p:cNvPr>
          <p:cNvSpPr>
            <a:spLocks noGrp="1"/>
          </p:cNvSpPr>
          <p:nvPr>
            <p:ph type="pic" sz="quarter" idx="13"/>
          </p:nvPr>
        </p:nvSpPr>
        <p:spPr>
          <a:xfrm>
            <a:off x="0" y="1"/>
            <a:ext cx="4424363" cy="6858000"/>
          </a:xfrm>
          <a:solidFill>
            <a:schemeClr val="bg2"/>
          </a:solidFill>
        </p:spPr>
        <p:txBody>
          <a:bodyPr anchor="ctr"/>
          <a:lstStyle>
            <a:lvl1pPr marL="0" indent="0" algn="ctr">
              <a:buNone/>
              <a:defRPr/>
            </a:lvl1pPr>
          </a:lstStyle>
          <a:p>
            <a:r>
              <a:rPr lang="en-US" noProof="0"/>
              <a:t>Click icon to add picture</a:t>
            </a:r>
            <a:endParaRPr lang="en-US" noProof="0" dirty="0"/>
          </a:p>
        </p:txBody>
      </p:sp>
      <p:sp>
        <p:nvSpPr>
          <p:cNvPr id="15" name="Oval 14">
            <a:extLst>
              <a:ext uri="{FF2B5EF4-FFF2-40B4-BE49-F238E27FC236}">
                <a16:creationId xmlns:a16="http://schemas.microsoft.com/office/drawing/2014/main" id="{47953C80-71A5-4AA2-AEAD-21948D1AA6DC}"/>
              </a:ext>
            </a:extLst>
          </p:cNvPr>
          <p:cNvSpPr/>
          <p:nvPr userDrawn="1"/>
        </p:nvSpPr>
        <p:spPr>
          <a:xfrm>
            <a:off x="8621485" y="4408714"/>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Oval 15">
            <a:extLst>
              <a:ext uri="{FF2B5EF4-FFF2-40B4-BE49-F238E27FC236}">
                <a16:creationId xmlns:a16="http://schemas.microsoft.com/office/drawing/2014/main" id="{9C4582D1-F710-4E2F-9868-CB89116D5932}"/>
              </a:ext>
            </a:extLst>
          </p:cNvPr>
          <p:cNvSpPr/>
          <p:nvPr userDrawn="1"/>
        </p:nvSpPr>
        <p:spPr>
          <a:xfrm>
            <a:off x="8303078" y="4184310"/>
            <a:ext cx="1268186"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23" name="Graphic 22" descr="Envelope">
            <a:extLst>
              <a:ext uri="{FF2B5EF4-FFF2-40B4-BE49-F238E27FC236}">
                <a16:creationId xmlns:a16="http://schemas.microsoft.com/office/drawing/2014/main" id="{3C32C7E5-809C-4E12-8962-1B868951E679}"/>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834803" y="4029040"/>
            <a:ext cx="469232" cy="469232"/>
          </a:xfrm>
          <a:prstGeom prst="rect">
            <a:avLst/>
          </a:prstGeom>
        </p:spPr>
      </p:pic>
      <p:sp>
        <p:nvSpPr>
          <p:cNvPr id="34" name="Subtitle 2">
            <a:extLst>
              <a:ext uri="{FF2B5EF4-FFF2-40B4-BE49-F238E27FC236}">
                <a16:creationId xmlns:a16="http://schemas.microsoft.com/office/drawing/2014/main" id="{31AD270F-1692-4526-B979-6B5945A20D90}"/>
              </a:ext>
            </a:extLst>
          </p:cNvPr>
          <p:cNvSpPr>
            <a:spLocks noGrp="1"/>
          </p:cNvSpPr>
          <p:nvPr>
            <p:ph type="subTitle" idx="1"/>
          </p:nvPr>
        </p:nvSpPr>
        <p:spPr>
          <a:xfrm>
            <a:off x="5406809" y="4126311"/>
            <a:ext cx="3640478" cy="433938"/>
          </a:xfrm>
        </p:spPr>
        <p:txBody>
          <a:bodyPr>
            <a:normAutofit/>
          </a:bodyPr>
          <a:lstStyle>
            <a:lvl1pPr marL="0" indent="0" algn="l">
              <a:buNone/>
              <a:defRPr sz="1800" b="0" cap="none"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39" name="Content Placeholder 38">
            <a:extLst>
              <a:ext uri="{FF2B5EF4-FFF2-40B4-BE49-F238E27FC236}">
                <a16:creationId xmlns:a16="http://schemas.microsoft.com/office/drawing/2014/main" id="{382940E6-7963-411F-B35A-57121171A988}"/>
              </a:ext>
            </a:extLst>
          </p:cNvPr>
          <p:cNvSpPr>
            <a:spLocks noGrp="1"/>
          </p:cNvSpPr>
          <p:nvPr>
            <p:ph sz="quarter" idx="15" hasCustomPrompt="1"/>
          </p:nvPr>
        </p:nvSpPr>
        <p:spPr>
          <a:xfrm>
            <a:off x="5408614" y="4836222"/>
            <a:ext cx="3638674" cy="453938"/>
          </a:xfrm>
        </p:spPr>
        <p:txBody>
          <a:bodyPr vert="horz" lIns="91440" tIns="45720" rIns="91440" bIns="45720" rtlCol="0">
            <a:normAutofit/>
          </a:bodyPr>
          <a:lstStyle>
            <a:lvl1pPr marL="0" indent="0">
              <a:buNone/>
              <a:defRPr lang="en-US" sz="1800" b="0" cap="none" baseline="0" dirty="0" smtClean="0"/>
            </a:lvl1pPr>
            <a:lvl2pPr>
              <a:defRPr lang="en-US" sz="2000" dirty="0" smtClean="0"/>
            </a:lvl2pPr>
            <a:lvl3pPr>
              <a:defRPr lang="en-US" sz="1800" dirty="0" smtClean="0"/>
            </a:lvl3pPr>
            <a:lvl4pPr>
              <a:defRPr lang="en-US" sz="1600" dirty="0" smtClean="0"/>
            </a:lvl4pPr>
            <a:lvl5pPr>
              <a:defRPr lang="en-IN" sz="1600" dirty="0"/>
            </a:lvl5pPr>
          </a:lstStyle>
          <a:p>
            <a:pPr marL="228600" lvl="0" indent="-228600"/>
            <a:r>
              <a:rPr lang="en-US" noProof="0"/>
              <a:t>Edit Master text styles</a:t>
            </a:r>
          </a:p>
        </p:txBody>
      </p:sp>
      <p:grpSp>
        <p:nvGrpSpPr>
          <p:cNvPr id="20" name="Group 19">
            <a:extLst>
              <a:ext uri="{FF2B5EF4-FFF2-40B4-BE49-F238E27FC236}">
                <a16:creationId xmlns:a16="http://schemas.microsoft.com/office/drawing/2014/main" id="{1F8FC2D7-B114-3444-8684-995FC4D6D459}"/>
              </a:ext>
            </a:extLst>
          </p:cNvPr>
          <p:cNvGrpSpPr/>
          <p:nvPr userDrawn="1"/>
        </p:nvGrpSpPr>
        <p:grpSpPr>
          <a:xfrm>
            <a:off x="4793474" y="2475187"/>
            <a:ext cx="748798" cy="134113"/>
            <a:chOff x="4827813" y="2534636"/>
            <a:chExt cx="996651" cy="178504"/>
          </a:xfrm>
        </p:grpSpPr>
        <p:sp>
          <p:nvSpPr>
            <p:cNvPr id="21" name="Oval 20">
              <a:extLst>
                <a:ext uri="{FF2B5EF4-FFF2-40B4-BE49-F238E27FC236}">
                  <a16:creationId xmlns:a16="http://schemas.microsoft.com/office/drawing/2014/main" id="{CEE45073-ED8E-0544-85FA-9AF5A478417E}"/>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Oval 21">
              <a:extLst>
                <a:ext uri="{FF2B5EF4-FFF2-40B4-BE49-F238E27FC236}">
                  <a16:creationId xmlns:a16="http://schemas.microsoft.com/office/drawing/2014/main" id="{B8BAF06E-A8A8-484C-8F6C-E42EDC46BBCB}"/>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4" name="Oval 23">
              <a:extLst>
                <a:ext uri="{FF2B5EF4-FFF2-40B4-BE49-F238E27FC236}">
                  <a16:creationId xmlns:a16="http://schemas.microsoft.com/office/drawing/2014/main" id="{586EB62D-13C7-6E43-9D98-B706D2B9ADDF}"/>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26" name="Oval 25">
              <a:extLst>
                <a:ext uri="{FF2B5EF4-FFF2-40B4-BE49-F238E27FC236}">
                  <a16:creationId xmlns:a16="http://schemas.microsoft.com/office/drawing/2014/main" id="{35CF3453-ED5A-024D-8815-C08EFA13D1A6}"/>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pic>
        <p:nvPicPr>
          <p:cNvPr id="3" name="Graphic 2" descr="Link">
            <a:extLst>
              <a:ext uri="{FF2B5EF4-FFF2-40B4-BE49-F238E27FC236}">
                <a16:creationId xmlns:a16="http://schemas.microsoft.com/office/drawing/2014/main" id="{16E3F5A0-978F-8D46-BBFB-19A7F7883D93}"/>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787152" y="4809677"/>
            <a:ext cx="542081" cy="542081"/>
          </a:xfrm>
          <a:prstGeom prst="rect">
            <a:avLst/>
          </a:prstGeom>
        </p:spPr>
      </p:pic>
    </p:spTree>
    <p:extLst>
      <p:ext uri="{BB962C8B-B14F-4D97-AF65-F5344CB8AC3E}">
        <p14:creationId xmlns:p14="http://schemas.microsoft.com/office/powerpoint/2010/main" val="3484359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582E5-8FA2-4056-805F-EF36F7066893}"/>
              </a:ext>
            </a:extLst>
          </p:cNvPr>
          <p:cNvSpPr>
            <a:spLocks noGrp="1"/>
          </p:cNvSpPr>
          <p:nvPr>
            <p:ph type="ctrTitle" hasCustomPrompt="1"/>
          </p:nvPr>
        </p:nvSpPr>
        <p:spPr>
          <a:xfrm>
            <a:off x="4686300" y="2726872"/>
            <a:ext cx="7233557" cy="832077"/>
          </a:xfrm>
        </p:spPr>
        <p:txBody>
          <a:bodyPr anchor="b">
            <a:normAutofit/>
          </a:bodyPr>
          <a:lstStyle>
            <a:lvl1pPr algn="l">
              <a:defRPr sz="4800" b="1" cap="all" baseline="0">
                <a:solidFill>
                  <a:schemeClr val="tx1"/>
                </a:solidFill>
              </a:defRPr>
            </a:lvl1pPr>
          </a:lstStyle>
          <a:p>
            <a:r>
              <a:rPr lang="en-US" noProof="0"/>
              <a:t>Presentation title</a:t>
            </a:r>
          </a:p>
        </p:txBody>
      </p:sp>
      <p:sp>
        <p:nvSpPr>
          <p:cNvPr id="3" name="Subtitle 2">
            <a:extLst>
              <a:ext uri="{FF2B5EF4-FFF2-40B4-BE49-F238E27FC236}">
                <a16:creationId xmlns:a16="http://schemas.microsoft.com/office/drawing/2014/main" id="{1C085D6F-874B-44F8-B241-51EF13CA9C8B}"/>
              </a:ext>
            </a:extLst>
          </p:cNvPr>
          <p:cNvSpPr>
            <a:spLocks noGrp="1"/>
          </p:cNvSpPr>
          <p:nvPr>
            <p:ph type="subTitle" idx="1"/>
          </p:nvPr>
        </p:nvSpPr>
        <p:spPr>
          <a:xfrm>
            <a:off x="4686300" y="3569380"/>
            <a:ext cx="7233557" cy="365125"/>
          </a:xfrm>
        </p:spPr>
        <p:txBody>
          <a:bodyPr lIns="0">
            <a:normAutofit/>
          </a:bodyPr>
          <a:lstStyle>
            <a:lvl1pPr marL="0" indent="0" algn="l">
              <a:buNone/>
              <a:defRPr sz="1800" b="0" cap="all"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4" name="Date Placeholder 3">
            <a:extLst>
              <a:ext uri="{FF2B5EF4-FFF2-40B4-BE49-F238E27FC236}">
                <a16:creationId xmlns:a16="http://schemas.microsoft.com/office/drawing/2014/main" id="{ABDE5D2F-535D-4D7C-9BE1-84BFEC7A6547}"/>
              </a:ext>
            </a:extLst>
          </p:cNvPr>
          <p:cNvSpPr>
            <a:spLocks noGrp="1"/>
          </p:cNvSpPr>
          <p:nvPr>
            <p:ph type="dt" sz="half" idx="10"/>
          </p:nvPr>
        </p:nvSpPr>
        <p:spPr>
          <a:xfrm>
            <a:off x="838200" y="6356350"/>
            <a:ext cx="2743200" cy="365125"/>
          </a:xfrm>
          <a:prstGeom prst="rect">
            <a:avLst/>
          </a:prstGeom>
        </p:spPr>
        <p:txBody>
          <a:bodyPr/>
          <a:lstStyle/>
          <a:p>
            <a:fld id="{C1F93407-1483-4B80-86DE-DAE1D4D89093}" type="datetimeFigureOut">
              <a:rPr lang="en-US" noProof="0" smtClean="0"/>
              <a:t>24-Nov-21</a:t>
            </a:fld>
            <a:endParaRPr lang="en-US" noProof="0" dirty="0"/>
          </a:p>
        </p:txBody>
      </p:sp>
      <p:cxnSp>
        <p:nvCxnSpPr>
          <p:cNvPr id="7" name="Straight Connector 6">
            <a:extLst>
              <a:ext uri="{FF2B5EF4-FFF2-40B4-BE49-F238E27FC236}">
                <a16:creationId xmlns:a16="http://schemas.microsoft.com/office/drawing/2014/main" id="{64363625-95D4-4DF0-A1AA-D060728EC426}"/>
              </a:ext>
            </a:extLst>
          </p:cNvPr>
          <p:cNvCxnSpPr>
            <a:cxnSpLocks/>
          </p:cNvCxnSpPr>
          <p:nvPr userDrawn="1"/>
        </p:nvCxnSpPr>
        <p:spPr>
          <a:xfrm>
            <a:off x="4827813" y="4082142"/>
            <a:ext cx="148862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ECBCF8A4-C2B4-4945-8D79-C9D46B7FBECB}"/>
              </a:ext>
            </a:extLst>
          </p:cNvPr>
          <p:cNvGrpSpPr/>
          <p:nvPr userDrawn="1"/>
        </p:nvGrpSpPr>
        <p:grpSpPr>
          <a:xfrm>
            <a:off x="4793474" y="2475187"/>
            <a:ext cx="748798" cy="134113"/>
            <a:chOff x="4827813" y="2534636"/>
            <a:chExt cx="996651" cy="178504"/>
          </a:xfrm>
        </p:grpSpPr>
        <p:sp>
          <p:nvSpPr>
            <p:cNvPr id="9" name="Oval 8">
              <a:extLst>
                <a:ext uri="{FF2B5EF4-FFF2-40B4-BE49-F238E27FC236}">
                  <a16:creationId xmlns:a16="http://schemas.microsoft.com/office/drawing/2014/main" id="{479C2256-8A0F-4625-86F0-FB439F3EAD4E}"/>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Oval 9">
              <a:extLst>
                <a:ext uri="{FF2B5EF4-FFF2-40B4-BE49-F238E27FC236}">
                  <a16:creationId xmlns:a16="http://schemas.microsoft.com/office/drawing/2014/main" id="{253CF488-6D31-4B63-A3C6-C4D838C23FCE}"/>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Oval 10">
              <a:extLst>
                <a:ext uri="{FF2B5EF4-FFF2-40B4-BE49-F238E27FC236}">
                  <a16:creationId xmlns:a16="http://schemas.microsoft.com/office/drawing/2014/main" id="{E32985B6-7260-445A-A580-6993E0DEBFD9}"/>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12" name="Oval 11">
              <a:extLst>
                <a:ext uri="{FF2B5EF4-FFF2-40B4-BE49-F238E27FC236}">
                  <a16:creationId xmlns:a16="http://schemas.microsoft.com/office/drawing/2014/main" id="{3BC682E1-4E5D-4006-81EA-550DD98166E4}"/>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15" name="Oval 14">
            <a:extLst>
              <a:ext uri="{FF2B5EF4-FFF2-40B4-BE49-F238E27FC236}">
                <a16:creationId xmlns:a16="http://schemas.microsoft.com/office/drawing/2014/main" id="{47953C80-71A5-4AA2-AEAD-21948D1AA6DC}"/>
              </a:ext>
            </a:extLst>
          </p:cNvPr>
          <p:cNvSpPr/>
          <p:nvPr userDrawn="1"/>
        </p:nvSpPr>
        <p:spPr>
          <a:xfrm>
            <a:off x="8621485" y="4408714"/>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Oval 15">
            <a:extLst>
              <a:ext uri="{FF2B5EF4-FFF2-40B4-BE49-F238E27FC236}">
                <a16:creationId xmlns:a16="http://schemas.microsoft.com/office/drawing/2014/main" id="{9C4582D1-F710-4E2F-9868-CB89116D5932}"/>
              </a:ext>
            </a:extLst>
          </p:cNvPr>
          <p:cNvSpPr/>
          <p:nvPr userDrawn="1"/>
        </p:nvSpPr>
        <p:spPr>
          <a:xfrm>
            <a:off x="8303078" y="4184310"/>
            <a:ext cx="1268186"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ectangle 16">
            <a:extLst>
              <a:ext uri="{FF2B5EF4-FFF2-40B4-BE49-F238E27FC236}">
                <a16:creationId xmlns:a16="http://schemas.microsoft.com/office/drawing/2014/main" id="{25F8A1A8-E078-4836-ABD1-CD4E75BBF58F}"/>
              </a:ext>
            </a:extLst>
          </p:cNvPr>
          <p:cNvSpPr/>
          <p:nvPr userDrawn="1"/>
        </p:nvSpPr>
        <p:spPr>
          <a:xfrm>
            <a:off x="0" y="0"/>
            <a:ext cx="4424363" cy="6857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9617753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2C89B828-B338-413C-B008-0A8566F4881D}"/>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cxnSp>
        <p:nvCxnSpPr>
          <p:cNvPr id="11" name="Straight Connector 10">
            <a:extLst>
              <a:ext uri="{FF2B5EF4-FFF2-40B4-BE49-F238E27FC236}">
                <a16:creationId xmlns:a16="http://schemas.microsoft.com/office/drawing/2014/main" id="{8888A4FD-81F4-4588-9E6D-70E57577D8BF}"/>
              </a:ext>
            </a:extLst>
          </p:cNvPr>
          <p:cNvCxnSpPr>
            <a:cxnSpLocks/>
          </p:cNvCxnSpPr>
          <p:nvPr userDrawn="1"/>
        </p:nvCxnSpPr>
        <p:spPr>
          <a:xfrm>
            <a:off x="5679220" y="2286312"/>
            <a:ext cx="171783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4CF1D2ED-7B25-4251-BF07-47FBAA534810}"/>
              </a:ext>
            </a:extLst>
          </p:cNvPr>
          <p:cNvGrpSpPr/>
          <p:nvPr userDrawn="1"/>
        </p:nvGrpSpPr>
        <p:grpSpPr>
          <a:xfrm>
            <a:off x="11079786" y="421045"/>
            <a:ext cx="748798" cy="134113"/>
            <a:chOff x="4827813" y="2534636"/>
            <a:chExt cx="996651" cy="178504"/>
          </a:xfrm>
        </p:grpSpPr>
        <p:sp>
          <p:nvSpPr>
            <p:cNvPr id="13" name="Oval 12">
              <a:extLst>
                <a:ext uri="{FF2B5EF4-FFF2-40B4-BE49-F238E27FC236}">
                  <a16:creationId xmlns:a16="http://schemas.microsoft.com/office/drawing/2014/main" id="{E397537E-DF51-4990-9447-2DAE98ABC683}"/>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Oval 13">
              <a:extLst>
                <a:ext uri="{FF2B5EF4-FFF2-40B4-BE49-F238E27FC236}">
                  <a16:creationId xmlns:a16="http://schemas.microsoft.com/office/drawing/2014/main" id="{3E99CAB5-81F4-4EA8-8B36-4A70C59861FD}"/>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Oval 14">
              <a:extLst>
                <a:ext uri="{FF2B5EF4-FFF2-40B4-BE49-F238E27FC236}">
                  <a16:creationId xmlns:a16="http://schemas.microsoft.com/office/drawing/2014/main" id="{16AADF9A-A507-4453-8CE3-3F78BB303FA4}"/>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16" name="Oval 15">
              <a:extLst>
                <a:ext uri="{FF2B5EF4-FFF2-40B4-BE49-F238E27FC236}">
                  <a16:creationId xmlns:a16="http://schemas.microsoft.com/office/drawing/2014/main" id="{C33AA69F-C4B8-479C-9F0F-69C184D0611F}"/>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17" name="Oval 16">
            <a:extLst>
              <a:ext uri="{FF2B5EF4-FFF2-40B4-BE49-F238E27FC236}">
                <a16:creationId xmlns:a16="http://schemas.microsoft.com/office/drawing/2014/main" id="{8725921A-0ED5-431E-899C-28A6920B5029}"/>
              </a:ext>
            </a:extLst>
          </p:cNvPr>
          <p:cNvSpPr/>
          <p:nvPr userDrawn="1"/>
        </p:nvSpPr>
        <p:spPr>
          <a:xfrm>
            <a:off x="10039330" y="896815"/>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Oval 17">
            <a:extLst>
              <a:ext uri="{FF2B5EF4-FFF2-40B4-BE49-F238E27FC236}">
                <a16:creationId xmlns:a16="http://schemas.microsoft.com/office/drawing/2014/main" id="{EE8B169A-8A2F-4425-A9A1-1B828428B434}"/>
              </a:ext>
            </a:extLst>
          </p:cNvPr>
          <p:cNvSpPr/>
          <p:nvPr userDrawn="1"/>
        </p:nvSpPr>
        <p:spPr>
          <a:xfrm>
            <a:off x="9720923" y="672411"/>
            <a:ext cx="1268186"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20" name="Straight Connector 19">
            <a:extLst>
              <a:ext uri="{FF2B5EF4-FFF2-40B4-BE49-F238E27FC236}">
                <a16:creationId xmlns:a16="http://schemas.microsoft.com/office/drawing/2014/main" id="{43B45974-F6C7-40D3-9399-E05FA19C565E}"/>
              </a:ext>
            </a:extLst>
          </p:cNvPr>
          <p:cNvCxnSpPr>
            <a:cxnSpLocks/>
          </p:cNvCxnSpPr>
          <p:nvPr userDrawn="1"/>
        </p:nvCxnSpPr>
        <p:spPr>
          <a:xfrm>
            <a:off x="7508020" y="2286312"/>
            <a:ext cx="545734"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9A55704E-D515-4774-90C6-5F887DDAE55E}"/>
              </a:ext>
            </a:extLst>
          </p:cNvPr>
          <p:cNvSpPr/>
          <p:nvPr userDrawn="1"/>
        </p:nvSpPr>
        <p:spPr>
          <a:xfrm>
            <a:off x="469044" y="1"/>
            <a:ext cx="5210176" cy="596106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23" name="Straight Connector 22">
            <a:extLst>
              <a:ext uri="{FF2B5EF4-FFF2-40B4-BE49-F238E27FC236}">
                <a16:creationId xmlns:a16="http://schemas.microsoft.com/office/drawing/2014/main" id="{84878778-0299-471F-A4C9-D0C1E82ED8D2}"/>
              </a:ext>
            </a:extLst>
          </p:cNvPr>
          <p:cNvCxnSpPr>
            <a:cxnSpLocks/>
          </p:cNvCxnSpPr>
          <p:nvPr userDrawn="1"/>
        </p:nvCxnSpPr>
        <p:spPr>
          <a:xfrm>
            <a:off x="1001746" y="1290512"/>
            <a:ext cx="1488621"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a16="http://schemas.microsoft.com/office/drawing/2014/main" id="{E39D1C78-6110-4052-8455-7E7893F7FCD3}"/>
              </a:ext>
            </a:extLst>
          </p:cNvPr>
          <p:cNvSpPr>
            <a:spLocks noGrp="1"/>
          </p:cNvSpPr>
          <p:nvPr>
            <p:ph type="title"/>
          </p:nvPr>
        </p:nvSpPr>
        <p:spPr>
          <a:xfrm>
            <a:off x="915466" y="1276857"/>
            <a:ext cx="4097778" cy="1255325"/>
          </a:xfrm>
        </p:spPr>
        <p:txBody>
          <a:bodyPr/>
          <a:lstStyle>
            <a:lvl1pPr>
              <a:defRPr lang="en-US" sz="3600" b="1" kern="1200" cap="all" baseline="0" smtClean="0">
                <a:solidFill>
                  <a:schemeClr val="bg1"/>
                </a:solidFill>
                <a:latin typeface="+mj-lt"/>
                <a:ea typeface="+mj-ea"/>
                <a:cs typeface="+mj-cs"/>
              </a:defRPr>
            </a:lvl1pPr>
          </a:lstStyle>
          <a:p>
            <a:r>
              <a:rPr lang="en-US" noProof="0"/>
              <a:t>Click to edit Master title style</a:t>
            </a:r>
          </a:p>
        </p:txBody>
      </p:sp>
      <p:sp>
        <p:nvSpPr>
          <p:cNvPr id="24" name="Text Placeholder 2">
            <a:extLst>
              <a:ext uri="{FF2B5EF4-FFF2-40B4-BE49-F238E27FC236}">
                <a16:creationId xmlns:a16="http://schemas.microsoft.com/office/drawing/2014/main" id="{E3405997-7AE2-4C6E-8A7D-735F58A49D12}"/>
              </a:ext>
            </a:extLst>
          </p:cNvPr>
          <p:cNvSpPr>
            <a:spLocks noGrp="1"/>
          </p:cNvSpPr>
          <p:nvPr>
            <p:ph type="body" idx="1" hasCustomPrompt="1"/>
          </p:nvPr>
        </p:nvSpPr>
        <p:spPr>
          <a:xfrm>
            <a:off x="915467" y="2620651"/>
            <a:ext cx="4097778" cy="1933681"/>
          </a:xfrm>
        </p:spPr>
        <p:txBody>
          <a:bodyPr vert="horz" lIns="91440" tIns="45720" rIns="91440" bIns="45720" rtlCol="0">
            <a:noAutofit/>
          </a:bodyPr>
          <a:lstStyle>
            <a:lvl1pPr>
              <a:defRPr lang="en-US" b="0" cap="none" baseline="0">
                <a:solidFill>
                  <a:schemeClr val="bg1"/>
                </a:solidFill>
              </a:defRPr>
            </a:lvl1pPr>
          </a:lstStyle>
          <a:p>
            <a:pPr lvl="0">
              <a:lnSpc>
                <a:spcPct val="100000"/>
              </a:lnSpc>
              <a:buNone/>
            </a:pPr>
            <a:r>
              <a:rPr lang="en-US" noProof="0"/>
              <a:t>Edit Master text styles</a:t>
            </a:r>
          </a:p>
        </p:txBody>
      </p:sp>
    </p:spTree>
    <p:extLst>
      <p:ext uri="{BB962C8B-B14F-4D97-AF65-F5344CB8AC3E}">
        <p14:creationId xmlns:p14="http://schemas.microsoft.com/office/powerpoint/2010/main" val="293153372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 name="Slide Number Placeholder 5">
            <a:extLst>
              <a:ext uri="{FF2B5EF4-FFF2-40B4-BE49-F238E27FC236}">
                <a16:creationId xmlns:a16="http://schemas.microsoft.com/office/drawing/2014/main" id="{99564622-96D9-48C4-BB60-87F3F7C8E122}"/>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cxnSp>
        <p:nvCxnSpPr>
          <p:cNvPr id="12" name="Straight Connector 11">
            <a:extLst>
              <a:ext uri="{FF2B5EF4-FFF2-40B4-BE49-F238E27FC236}">
                <a16:creationId xmlns:a16="http://schemas.microsoft.com/office/drawing/2014/main" id="{D9C089FD-3BC7-434F-810A-04F78AFC84D2}"/>
              </a:ext>
            </a:extLst>
          </p:cNvPr>
          <p:cNvCxnSpPr>
            <a:cxnSpLocks/>
          </p:cNvCxnSpPr>
          <p:nvPr userDrawn="1"/>
        </p:nvCxnSpPr>
        <p:spPr>
          <a:xfrm>
            <a:off x="-24055" y="1452565"/>
            <a:ext cx="171783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F7AC837-D78F-424C-9FDC-C3A445A5E0B6}"/>
              </a:ext>
            </a:extLst>
          </p:cNvPr>
          <p:cNvCxnSpPr>
            <a:cxnSpLocks/>
          </p:cNvCxnSpPr>
          <p:nvPr userDrawn="1"/>
        </p:nvCxnSpPr>
        <p:spPr>
          <a:xfrm>
            <a:off x="1804745" y="1452565"/>
            <a:ext cx="545734"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831C4EF-58CF-4AEC-9F81-CB38D946A457}"/>
              </a:ext>
            </a:extLst>
          </p:cNvPr>
          <p:cNvCxnSpPr>
            <a:cxnSpLocks/>
          </p:cNvCxnSpPr>
          <p:nvPr userDrawn="1"/>
        </p:nvCxnSpPr>
        <p:spPr>
          <a:xfrm flipV="1">
            <a:off x="2454442" y="1429119"/>
            <a:ext cx="9737558" cy="15383"/>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9" name="Group 18">
            <a:extLst>
              <a:ext uri="{FF2B5EF4-FFF2-40B4-BE49-F238E27FC236}">
                <a16:creationId xmlns:a16="http://schemas.microsoft.com/office/drawing/2014/main" id="{EC7CCE55-AF4E-4245-BFBC-DEC36E1D4A47}"/>
              </a:ext>
            </a:extLst>
          </p:cNvPr>
          <p:cNvGrpSpPr/>
          <p:nvPr userDrawn="1"/>
        </p:nvGrpSpPr>
        <p:grpSpPr>
          <a:xfrm>
            <a:off x="363416" y="421045"/>
            <a:ext cx="748798" cy="134113"/>
            <a:chOff x="4827813" y="2534636"/>
            <a:chExt cx="996651" cy="178504"/>
          </a:xfrm>
        </p:grpSpPr>
        <p:sp>
          <p:nvSpPr>
            <p:cNvPr id="20" name="Oval 19">
              <a:extLst>
                <a:ext uri="{FF2B5EF4-FFF2-40B4-BE49-F238E27FC236}">
                  <a16:creationId xmlns:a16="http://schemas.microsoft.com/office/drawing/2014/main" id="{A13A9D50-C6EA-F04C-BB84-891959D759F9}"/>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Oval 20">
              <a:extLst>
                <a:ext uri="{FF2B5EF4-FFF2-40B4-BE49-F238E27FC236}">
                  <a16:creationId xmlns:a16="http://schemas.microsoft.com/office/drawing/2014/main" id="{2790B908-BCFE-FA4B-B5E3-36C62E088DE9}"/>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3" name="Oval 22">
              <a:extLst>
                <a:ext uri="{FF2B5EF4-FFF2-40B4-BE49-F238E27FC236}">
                  <a16:creationId xmlns:a16="http://schemas.microsoft.com/office/drawing/2014/main" id="{C96D4A9D-D054-044B-8920-BE06A68ED267}"/>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24" name="Oval 23">
              <a:extLst>
                <a:ext uri="{FF2B5EF4-FFF2-40B4-BE49-F238E27FC236}">
                  <a16:creationId xmlns:a16="http://schemas.microsoft.com/office/drawing/2014/main" id="{843643B7-9DFD-8C46-881C-69B3D67CA91A}"/>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15" name="Text Placeholder 2">
            <a:extLst>
              <a:ext uri="{FF2B5EF4-FFF2-40B4-BE49-F238E27FC236}">
                <a16:creationId xmlns:a16="http://schemas.microsoft.com/office/drawing/2014/main" id="{BE814D66-F00F-0D44-AD03-889FEE787EB6}"/>
              </a:ext>
            </a:extLst>
          </p:cNvPr>
          <p:cNvSpPr>
            <a:spLocks noGrp="1"/>
          </p:cNvSpPr>
          <p:nvPr>
            <p:ph idx="1" hasCustomPrompt="1"/>
          </p:nvPr>
        </p:nvSpPr>
        <p:spPr>
          <a:xfrm>
            <a:off x="363416" y="1825625"/>
            <a:ext cx="11465168" cy="4351338"/>
          </a:xfrm>
          <a:prstGeom prst="rect">
            <a:avLst/>
          </a:prstGeom>
        </p:spPr>
        <p:txBody>
          <a:bodyPr vert="horz" lIns="91440" tIns="45720" rIns="91440" bIns="45720" rtlCol="0">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itle 2">
            <a:extLst>
              <a:ext uri="{FF2B5EF4-FFF2-40B4-BE49-F238E27FC236}">
                <a16:creationId xmlns:a16="http://schemas.microsoft.com/office/drawing/2014/main" id="{FF9B990C-5D9C-4A90-AC73-5889BC9F755C}"/>
              </a:ext>
            </a:extLst>
          </p:cNvPr>
          <p:cNvSpPr>
            <a:spLocks noGrp="1"/>
          </p:cNvSpPr>
          <p:nvPr>
            <p:ph type="title" hasCustomPrompt="1"/>
          </p:nvPr>
        </p:nvSpPr>
        <p:spPr/>
        <p:txBody>
          <a:bodyPr/>
          <a:lstStyle/>
          <a:p>
            <a:r>
              <a:rPr lang="en-US" noProof="0"/>
              <a:t>CLICK TO EDIT MASTER TITLE STYLE</a:t>
            </a:r>
          </a:p>
        </p:txBody>
      </p:sp>
      <p:sp>
        <p:nvSpPr>
          <p:cNvPr id="16" name="Oval 15">
            <a:extLst>
              <a:ext uri="{FF2B5EF4-FFF2-40B4-BE49-F238E27FC236}">
                <a16:creationId xmlns:a16="http://schemas.microsoft.com/office/drawing/2014/main" id="{44C85E5F-5B5E-48CC-8469-0263621D91FF}"/>
              </a:ext>
            </a:extLst>
          </p:cNvPr>
          <p:cNvSpPr/>
          <p:nvPr userDrawn="1"/>
        </p:nvSpPr>
        <p:spPr>
          <a:xfrm>
            <a:off x="4608159" y="4718683"/>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Oval 16">
            <a:extLst>
              <a:ext uri="{FF2B5EF4-FFF2-40B4-BE49-F238E27FC236}">
                <a16:creationId xmlns:a16="http://schemas.microsoft.com/office/drawing/2014/main" id="{7EE4E300-6C8E-4262-BE1D-587C7B70E7ED}"/>
              </a:ext>
            </a:extLst>
          </p:cNvPr>
          <p:cNvSpPr/>
          <p:nvPr userDrawn="1"/>
        </p:nvSpPr>
        <p:spPr>
          <a:xfrm>
            <a:off x="4289752" y="4494279"/>
            <a:ext cx="1268186"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128970281"/>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237E7-A574-47D2-9624-D12F47560519}"/>
              </a:ext>
            </a:extLst>
          </p:cNvPr>
          <p:cNvSpPr>
            <a:spLocks noGrp="1"/>
          </p:cNvSpPr>
          <p:nvPr>
            <p:ph type="title"/>
          </p:nvPr>
        </p:nvSpPr>
        <p:spPr>
          <a:xfrm>
            <a:off x="363416" y="246186"/>
            <a:ext cx="11465168" cy="1037492"/>
          </a:xfrm>
        </p:spPr>
        <p:txBody>
          <a:bodyPr lIns="0" tIns="0" rIns="0" bIns="0" anchor="b">
            <a:noAutofit/>
          </a:bodyPr>
          <a:lstStyle>
            <a:lvl1pPr>
              <a:defRPr sz="3200" b="1" cap="all" baseline="0"/>
            </a:lvl1pPr>
          </a:lstStyle>
          <a:p>
            <a:r>
              <a:rPr lang="en-US" noProof="0"/>
              <a:t>Click to edit Master title style</a:t>
            </a:r>
          </a:p>
        </p:txBody>
      </p:sp>
      <p:sp>
        <p:nvSpPr>
          <p:cNvPr id="10" name="Slide Number Placeholder 5">
            <a:extLst>
              <a:ext uri="{FF2B5EF4-FFF2-40B4-BE49-F238E27FC236}">
                <a16:creationId xmlns:a16="http://schemas.microsoft.com/office/drawing/2014/main" id="{99564622-96D9-48C4-BB60-87F3F7C8E122}"/>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cxnSp>
        <p:nvCxnSpPr>
          <p:cNvPr id="12" name="Straight Connector 11">
            <a:extLst>
              <a:ext uri="{FF2B5EF4-FFF2-40B4-BE49-F238E27FC236}">
                <a16:creationId xmlns:a16="http://schemas.microsoft.com/office/drawing/2014/main" id="{D9C089FD-3BC7-434F-810A-04F78AFC84D2}"/>
              </a:ext>
            </a:extLst>
          </p:cNvPr>
          <p:cNvCxnSpPr>
            <a:cxnSpLocks/>
          </p:cNvCxnSpPr>
          <p:nvPr userDrawn="1"/>
        </p:nvCxnSpPr>
        <p:spPr>
          <a:xfrm>
            <a:off x="-24055" y="1452565"/>
            <a:ext cx="171783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F7AC837-D78F-424C-9FDC-C3A445A5E0B6}"/>
              </a:ext>
            </a:extLst>
          </p:cNvPr>
          <p:cNvCxnSpPr>
            <a:cxnSpLocks/>
          </p:cNvCxnSpPr>
          <p:nvPr userDrawn="1"/>
        </p:nvCxnSpPr>
        <p:spPr>
          <a:xfrm>
            <a:off x="1804745" y="1452565"/>
            <a:ext cx="545734"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831C4EF-58CF-4AEC-9F81-CB38D946A457}"/>
              </a:ext>
            </a:extLst>
          </p:cNvPr>
          <p:cNvCxnSpPr>
            <a:cxnSpLocks/>
          </p:cNvCxnSpPr>
          <p:nvPr userDrawn="1"/>
        </p:nvCxnSpPr>
        <p:spPr>
          <a:xfrm flipV="1">
            <a:off x="2454442" y="1429119"/>
            <a:ext cx="9737558" cy="15383"/>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9" name="Group 18">
            <a:extLst>
              <a:ext uri="{FF2B5EF4-FFF2-40B4-BE49-F238E27FC236}">
                <a16:creationId xmlns:a16="http://schemas.microsoft.com/office/drawing/2014/main" id="{EC7CCE55-AF4E-4245-BFBC-DEC36E1D4A47}"/>
              </a:ext>
            </a:extLst>
          </p:cNvPr>
          <p:cNvGrpSpPr/>
          <p:nvPr userDrawn="1"/>
        </p:nvGrpSpPr>
        <p:grpSpPr>
          <a:xfrm>
            <a:off x="363416" y="421045"/>
            <a:ext cx="748798" cy="134113"/>
            <a:chOff x="4827813" y="2534636"/>
            <a:chExt cx="996651" cy="178504"/>
          </a:xfrm>
        </p:grpSpPr>
        <p:sp>
          <p:nvSpPr>
            <p:cNvPr id="20" name="Oval 19">
              <a:extLst>
                <a:ext uri="{FF2B5EF4-FFF2-40B4-BE49-F238E27FC236}">
                  <a16:creationId xmlns:a16="http://schemas.microsoft.com/office/drawing/2014/main" id="{A13A9D50-C6EA-F04C-BB84-891959D759F9}"/>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Oval 20">
              <a:extLst>
                <a:ext uri="{FF2B5EF4-FFF2-40B4-BE49-F238E27FC236}">
                  <a16:creationId xmlns:a16="http://schemas.microsoft.com/office/drawing/2014/main" id="{2790B908-BCFE-FA4B-B5E3-36C62E088DE9}"/>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3" name="Oval 22">
              <a:extLst>
                <a:ext uri="{FF2B5EF4-FFF2-40B4-BE49-F238E27FC236}">
                  <a16:creationId xmlns:a16="http://schemas.microsoft.com/office/drawing/2014/main" id="{C96D4A9D-D054-044B-8920-BE06A68ED267}"/>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24" name="Oval 23">
              <a:extLst>
                <a:ext uri="{FF2B5EF4-FFF2-40B4-BE49-F238E27FC236}">
                  <a16:creationId xmlns:a16="http://schemas.microsoft.com/office/drawing/2014/main" id="{843643B7-9DFD-8C46-881C-69B3D67CA91A}"/>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16" name="Content Placeholder 3">
            <a:extLst>
              <a:ext uri="{FF2B5EF4-FFF2-40B4-BE49-F238E27FC236}">
                <a16:creationId xmlns:a16="http://schemas.microsoft.com/office/drawing/2014/main" id="{6E22FA8C-3243-4716-A6BD-F37D6058FB43}"/>
              </a:ext>
            </a:extLst>
          </p:cNvPr>
          <p:cNvSpPr>
            <a:spLocks noGrp="1"/>
          </p:cNvSpPr>
          <p:nvPr>
            <p:ph sz="half" idx="2" hasCustomPrompt="1"/>
          </p:nvPr>
        </p:nvSpPr>
        <p:spPr>
          <a:xfrm>
            <a:off x="6347381" y="1825625"/>
            <a:ext cx="5481203" cy="4351338"/>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 name="Content Placeholder 2">
            <a:extLst>
              <a:ext uri="{FF2B5EF4-FFF2-40B4-BE49-F238E27FC236}">
                <a16:creationId xmlns:a16="http://schemas.microsoft.com/office/drawing/2014/main" id="{8ABE3FD8-339C-4F75-876F-8347ADE67E94}"/>
              </a:ext>
            </a:extLst>
          </p:cNvPr>
          <p:cNvSpPr>
            <a:spLocks noGrp="1"/>
          </p:cNvSpPr>
          <p:nvPr>
            <p:ph sz="half" idx="1" hasCustomPrompt="1"/>
          </p:nvPr>
        </p:nvSpPr>
        <p:spPr>
          <a:xfrm>
            <a:off x="363416" y="1825625"/>
            <a:ext cx="5481203" cy="4351338"/>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5" name="Oval 24">
            <a:extLst>
              <a:ext uri="{FF2B5EF4-FFF2-40B4-BE49-F238E27FC236}">
                <a16:creationId xmlns:a16="http://schemas.microsoft.com/office/drawing/2014/main" id="{E72FB389-5EA4-4084-B7A2-A4D0A43561F6}"/>
              </a:ext>
            </a:extLst>
          </p:cNvPr>
          <p:cNvSpPr/>
          <p:nvPr userDrawn="1"/>
        </p:nvSpPr>
        <p:spPr>
          <a:xfrm>
            <a:off x="4608159" y="4718683"/>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Oval 25">
            <a:extLst>
              <a:ext uri="{FF2B5EF4-FFF2-40B4-BE49-F238E27FC236}">
                <a16:creationId xmlns:a16="http://schemas.microsoft.com/office/drawing/2014/main" id="{F7783FE1-0115-4345-89B2-C073569FB8EE}"/>
              </a:ext>
            </a:extLst>
          </p:cNvPr>
          <p:cNvSpPr/>
          <p:nvPr userDrawn="1"/>
        </p:nvSpPr>
        <p:spPr>
          <a:xfrm>
            <a:off x="4289752" y="4494279"/>
            <a:ext cx="1268186"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273661461"/>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237E7-A574-47D2-9624-D12F47560519}"/>
              </a:ext>
            </a:extLst>
          </p:cNvPr>
          <p:cNvSpPr>
            <a:spLocks noGrp="1"/>
          </p:cNvSpPr>
          <p:nvPr>
            <p:ph type="title"/>
          </p:nvPr>
        </p:nvSpPr>
        <p:spPr>
          <a:xfrm>
            <a:off x="363416" y="246186"/>
            <a:ext cx="11465168" cy="1037492"/>
          </a:xfrm>
        </p:spPr>
        <p:txBody>
          <a:bodyPr lIns="0" tIns="0" rIns="0" bIns="0" anchor="b">
            <a:noAutofit/>
          </a:bodyPr>
          <a:lstStyle>
            <a:lvl1pPr>
              <a:defRPr sz="3200" b="1" cap="all" baseline="0"/>
            </a:lvl1pPr>
          </a:lstStyle>
          <a:p>
            <a:r>
              <a:rPr lang="en-US" noProof="0"/>
              <a:t>Click to edit Master title style</a:t>
            </a:r>
          </a:p>
        </p:txBody>
      </p:sp>
      <p:sp>
        <p:nvSpPr>
          <p:cNvPr id="10" name="Slide Number Placeholder 5">
            <a:extLst>
              <a:ext uri="{FF2B5EF4-FFF2-40B4-BE49-F238E27FC236}">
                <a16:creationId xmlns:a16="http://schemas.microsoft.com/office/drawing/2014/main" id="{99564622-96D9-48C4-BB60-87F3F7C8E122}"/>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cxnSp>
        <p:nvCxnSpPr>
          <p:cNvPr id="12" name="Straight Connector 11">
            <a:extLst>
              <a:ext uri="{FF2B5EF4-FFF2-40B4-BE49-F238E27FC236}">
                <a16:creationId xmlns:a16="http://schemas.microsoft.com/office/drawing/2014/main" id="{D9C089FD-3BC7-434F-810A-04F78AFC84D2}"/>
              </a:ext>
            </a:extLst>
          </p:cNvPr>
          <p:cNvCxnSpPr>
            <a:cxnSpLocks/>
          </p:cNvCxnSpPr>
          <p:nvPr userDrawn="1"/>
        </p:nvCxnSpPr>
        <p:spPr>
          <a:xfrm>
            <a:off x="-24055" y="1452565"/>
            <a:ext cx="171783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F7AC837-D78F-424C-9FDC-C3A445A5E0B6}"/>
              </a:ext>
            </a:extLst>
          </p:cNvPr>
          <p:cNvCxnSpPr>
            <a:cxnSpLocks/>
          </p:cNvCxnSpPr>
          <p:nvPr userDrawn="1"/>
        </p:nvCxnSpPr>
        <p:spPr>
          <a:xfrm>
            <a:off x="1804745" y="1452565"/>
            <a:ext cx="545734"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831C4EF-58CF-4AEC-9F81-CB38D946A457}"/>
              </a:ext>
            </a:extLst>
          </p:cNvPr>
          <p:cNvCxnSpPr>
            <a:cxnSpLocks/>
          </p:cNvCxnSpPr>
          <p:nvPr userDrawn="1"/>
        </p:nvCxnSpPr>
        <p:spPr>
          <a:xfrm flipV="1">
            <a:off x="2454442" y="1429119"/>
            <a:ext cx="9737558" cy="15383"/>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9" name="Group 18">
            <a:extLst>
              <a:ext uri="{FF2B5EF4-FFF2-40B4-BE49-F238E27FC236}">
                <a16:creationId xmlns:a16="http://schemas.microsoft.com/office/drawing/2014/main" id="{EC7CCE55-AF4E-4245-BFBC-DEC36E1D4A47}"/>
              </a:ext>
            </a:extLst>
          </p:cNvPr>
          <p:cNvGrpSpPr/>
          <p:nvPr userDrawn="1"/>
        </p:nvGrpSpPr>
        <p:grpSpPr>
          <a:xfrm>
            <a:off x="363416" y="421045"/>
            <a:ext cx="748798" cy="134113"/>
            <a:chOff x="4827813" y="2534636"/>
            <a:chExt cx="996651" cy="178504"/>
          </a:xfrm>
        </p:grpSpPr>
        <p:sp>
          <p:nvSpPr>
            <p:cNvPr id="20" name="Oval 19">
              <a:extLst>
                <a:ext uri="{FF2B5EF4-FFF2-40B4-BE49-F238E27FC236}">
                  <a16:creationId xmlns:a16="http://schemas.microsoft.com/office/drawing/2014/main" id="{A13A9D50-C6EA-F04C-BB84-891959D759F9}"/>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Oval 20">
              <a:extLst>
                <a:ext uri="{FF2B5EF4-FFF2-40B4-BE49-F238E27FC236}">
                  <a16:creationId xmlns:a16="http://schemas.microsoft.com/office/drawing/2014/main" id="{2790B908-BCFE-FA4B-B5E3-36C62E088DE9}"/>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3" name="Oval 22">
              <a:extLst>
                <a:ext uri="{FF2B5EF4-FFF2-40B4-BE49-F238E27FC236}">
                  <a16:creationId xmlns:a16="http://schemas.microsoft.com/office/drawing/2014/main" id="{C96D4A9D-D054-044B-8920-BE06A68ED267}"/>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24" name="Oval 23">
              <a:extLst>
                <a:ext uri="{FF2B5EF4-FFF2-40B4-BE49-F238E27FC236}">
                  <a16:creationId xmlns:a16="http://schemas.microsoft.com/office/drawing/2014/main" id="{843643B7-9DFD-8C46-881C-69B3D67CA91A}"/>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27" name="Text Placeholder 4">
            <a:extLst>
              <a:ext uri="{FF2B5EF4-FFF2-40B4-BE49-F238E27FC236}">
                <a16:creationId xmlns:a16="http://schemas.microsoft.com/office/drawing/2014/main" id="{9F73353B-C50B-4A8A-87CF-657C1EB8940F}"/>
              </a:ext>
            </a:extLst>
          </p:cNvPr>
          <p:cNvSpPr>
            <a:spLocks noGrp="1"/>
          </p:cNvSpPr>
          <p:nvPr>
            <p:ph type="body" sz="quarter" idx="3" hasCustomPrompt="1"/>
          </p:nvPr>
        </p:nvSpPr>
        <p:spPr>
          <a:xfrm>
            <a:off x="6347380" y="1681163"/>
            <a:ext cx="5481203"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28" name="Content Placeholder 5">
            <a:extLst>
              <a:ext uri="{FF2B5EF4-FFF2-40B4-BE49-F238E27FC236}">
                <a16:creationId xmlns:a16="http://schemas.microsoft.com/office/drawing/2014/main" id="{5EFF7F5E-3221-4390-9B17-D1944365BF12}"/>
              </a:ext>
            </a:extLst>
          </p:cNvPr>
          <p:cNvSpPr>
            <a:spLocks noGrp="1"/>
          </p:cNvSpPr>
          <p:nvPr>
            <p:ph sz="quarter" idx="4" hasCustomPrompt="1"/>
          </p:nvPr>
        </p:nvSpPr>
        <p:spPr>
          <a:xfrm>
            <a:off x="6347379" y="2586215"/>
            <a:ext cx="5481203" cy="3603448"/>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9" name="Text Placeholder 2">
            <a:extLst>
              <a:ext uri="{FF2B5EF4-FFF2-40B4-BE49-F238E27FC236}">
                <a16:creationId xmlns:a16="http://schemas.microsoft.com/office/drawing/2014/main" id="{9506B516-77C1-431B-A8A5-68FA5D4B6D7E}"/>
              </a:ext>
            </a:extLst>
          </p:cNvPr>
          <p:cNvSpPr>
            <a:spLocks noGrp="1"/>
          </p:cNvSpPr>
          <p:nvPr>
            <p:ph type="body" idx="1" hasCustomPrompt="1"/>
          </p:nvPr>
        </p:nvSpPr>
        <p:spPr>
          <a:xfrm>
            <a:off x="363416" y="1681163"/>
            <a:ext cx="548120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30" name="Content Placeholder 3">
            <a:extLst>
              <a:ext uri="{FF2B5EF4-FFF2-40B4-BE49-F238E27FC236}">
                <a16:creationId xmlns:a16="http://schemas.microsoft.com/office/drawing/2014/main" id="{860F1452-CAB9-4154-ADCC-9245E71D0D2C}"/>
              </a:ext>
            </a:extLst>
          </p:cNvPr>
          <p:cNvSpPr>
            <a:spLocks noGrp="1"/>
          </p:cNvSpPr>
          <p:nvPr>
            <p:ph sz="half" idx="2" hasCustomPrompt="1"/>
          </p:nvPr>
        </p:nvSpPr>
        <p:spPr>
          <a:xfrm>
            <a:off x="363416" y="2586215"/>
            <a:ext cx="5481202" cy="3603448"/>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1" name="Oval 30">
            <a:extLst>
              <a:ext uri="{FF2B5EF4-FFF2-40B4-BE49-F238E27FC236}">
                <a16:creationId xmlns:a16="http://schemas.microsoft.com/office/drawing/2014/main" id="{12892DF4-5A8A-4E92-A425-210ABE570F58}"/>
              </a:ext>
            </a:extLst>
          </p:cNvPr>
          <p:cNvSpPr/>
          <p:nvPr userDrawn="1"/>
        </p:nvSpPr>
        <p:spPr>
          <a:xfrm>
            <a:off x="4608159" y="4718683"/>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2" name="Oval 31">
            <a:extLst>
              <a:ext uri="{FF2B5EF4-FFF2-40B4-BE49-F238E27FC236}">
                <a16:creationId xmlns:a16="http://schemas.microsoft.com/office/drawing/2014/main" id="{99AE2680-A46C-4B06-9ED9-53E617C1F174}"/>
              </a:ext>
            </a:extLst>
          </p:cNvPr>
          <p:cNvSpPr/>
          <p:nvPr userDrawn="1"/>
        </p:nvSpPr>
        <p:spPr>
          <a:xfrm>
            <a:off x="4289752" y="4494279"/>
            <a:ext cx="1268186"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155278557"/>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44E22-137C-4913-A29E-04F82EA87867}"/>
              </a:ext>
            </a:extLst>
          </p:cNvPr>
          <p:cNvSpPr>
            <a:spLocks noGrp="1"/>
          </p:cNvSpPr>
          <p:nvPr>
            <p:ph type="title" hasCustomPrompt="1"/>
          </p:nvPr>
        </p:nvSpPr>
        <p:spPr>
          <a:xfrm>
            <a:off x="831850" y="3794663"/>
            <a:ext cx="10515600" cy="823232"/>
          </a:xfrm>
        </p:spPr>
        <p:txBody>
          <a:bodyPr vert="horz" lIns="91440" tIns="45720" rIns="91440" bIns="45720" rtlCol="0" anchor="b">
            <a:noAutofit/>
          </a:bodyPr>
          <a:lstStyle>
            <a:lvl1pPr algn="ctr">
              <a:defRPr lang="en-IN" sz="3600" b="1" cap="all" baseline="0"/>
            </a:lvl1pPr>
          </a:lstStyle>
          <a:p>
            <a:pPr lvl="0"/>
            <a:r>
              <a:rPr lang="en-US" noProof="0"/>
              <a:t>TITLE HERE</a:t>
            </a:r>
          </a:p>
        </p:txBody>
      </p:sp>
      <p:sp>
        <p:nvSpPr>
          <p:cNvPr id="6" name="Slide Number Placeholder 5">
            <a:extLst>
              <a:ext uri="{FF2B5EF4-FFF2-40B4-BE49-F238E27FC236}">
                <a16:creationId xmlns:a16="http://schemas.microsoft.com/office/drawing/2014/main" id="{B44139FA-A83B-432B-9C7C-26634F4630E6}"/>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cxnSp>
        <p:nvCxnSpPr>
          <p:cNvPr id="7" name="Straight Connector 6">
            <a:extLst>
              <a:ext uri="{FF2B5EF4-FFF2-40B4-BE49-F238E27FC236}">
                <a16:creationId xmlns:a16="http://schemas.microsoft.com/office/drawing/2014/main" id="{D93E40EC-FFAE-4BC0-932E-60CC9A1785C0}"/>
              </a:ext>
            </a:extLst>
          </p:cNvPr>
          <p:cNvCxnSpPr>
            <a:cxnSpLocks/>
          </p:cNvCxnSpPr>
          <p:nvPr userDrawn="1"/>
        </p:nvCxnSpPr>
        <p:spPr>
          <a:xfrm>
            <a:off x="5351690" y="3748188"/>
            <a:ext cx="1488621" cy="0"/>
          </a:xfrm>
          <a:prstGeom prst="line">
            <a:avLst/>
          </a:prstGeom>
          <a:ln w="1397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8" name="Group 17">
            <a:extLst>
              <a:ext uri="{FF2B5EF4-FFF2-40B4-BE49-F238E27FC236}">
                <a16:creationId xmlns:a16="http://schemas.microsoft.com/office/drawing/2014/main" id="{65844635-8274-49B1-BBEC-354A0872E526}"/>
              </a:ext>
            </a:extLst>
          </p:cNvPr>
          <p:cNvGrpSpPr/>
          <p:nvPr userDrawn="1"/>
        </p:nvGrpSpPr>
        <p:grpSpPr>
          <a:xfrm>
            <a:off x="5721601" y="4594679"/>
            <a:ext cx="748798" cy="134113"/>
            <a:chOff x="4827813" y="2534636"/>
            <a:chExt cx="996651" cy="178504"/>
          </a:xfrm>
        </p:grpSpPr>
        <p:sp>
          <p:nvSpPr>
            <p:cNvPr id="19" name="Oval 18">
              <a:extLst>
                <a:ext uri="{FF2B5EF4-FFF2-40B4-BE49-F238E27FC236}">
                  <a16:creationId xmlns:a16="http://schemas.microsoft.com/office/drawing/2014/main" id="{9754643C-5B30-4FC2-BFAC-4FD007AC9EC7}"/>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Oval 19">
              <a:extLst>
                <a:ext uri="{FF2B5EF4-FFF2-40B4-BE49-F238E27FC236}">
                  <a16:creationId xmlns:a16="http://schemas.microsoft.com/office/drawing/2014/main" id="{23FDDB55-6BA5-4489-9E37-4A76254A5CD7}"/>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Oval 20">
              <a:extLst>
                <a:ext uri="{FF2B5EF4-FFF2-40B4-BE49-F238E27FC236}">
                  <a16:creationId xmlns:a16="http://schemas.microsoft.com/office/drawing/2014/main" id="{DA023CF8-2471-40A5-B2EF-E9BF4DF2C0E1}"/>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22" name="Oval 21">
              <a:extLst>
                <a:ext uri="{FF2B5EF4-FFF2-40B4-BE49-F238E27FC236}">
                  <a16:creationId xmlns:a16="http://schemas.microsoft.com/office/drawing/2014/main" id="{F9B0428F-5D1A-4CD3-BDA2-9CA7F5141455}"/>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13" name="Text Placeholder 3">
            <a:extLst>
              <a:ext uri="{FF2B5EF4-FFF2-40B4-BE49-F238E27FC236}">
                <a16:creationId xmlns:a16="http://schemas.microsoft.com/office/drawing/2014/main" id="{86E0573A-023B-4D1C-8224-56A5D0DDF379}"/>
              </a:ext>
            </a:extLst>
          </p:cNvPr>
          <p:cNvSpPr>
            <a:spLocks noGrp="1"/>
          </p:cNvSpPr>
          <p:nvPr>
            <p:ph type="body" sz="half" idx="2" hasCustomPrompt="1"/>
          </p:nvPr>
        </p:nvSpPr>
        <p:spPr>
          <a:xfrm>
            <a:off x="839788" y="4839679"/>
            <a:ext cx="10507662" cy="1305379"/>
          </a:xfrm>
        </p:spPr>
        <p:txBody>
          <a:bodyPr vert="horz" lIns="91440" tIns="45720" rIns="91440" bIns="45720" rtlCol="0">
            <a:noAutofit/>
          </a:bodyPr>
          <a:lstStyle>
            <a:lvl1pPr marL="0" indent="0" algn="ctr">
              <a:buNone/>
              <a:defRPr lang="en-US" b="0" cap="none" baseline="0"/>
            </a:lvl1pPr>
          </a:lstStyle>
          <a:p>
            <a:pPr marL="228600" lvl="0" indent="-228600" algn="ctr">
              <a:lnSpc>
                <a:spcPct val="100000"/>
              </a:lnSpc>
            </a:pPr>
            <a:r>
              <a:rPr lang="en-US" noProof="0"/>
              <a:t>Edit Master text styles</a:t>
            </a:r>
          </a:p>
        </p:txBody>
      </p:sp>
      <p:sp>
        <p:nvSpPr>
          <p:cNvPr id="15" name="Picture Placeholder 2">
            <a:extLst>
              <a:ext uri="{FF2B5EF4-FFF2-40B4-BE49-F238E27FC236}">
                <a16:creationId xmlns:a16="http://schemas.microsoft.com/office/drawing/2014/main" id="{12087456-C0E8-4AA6-81E8-996CEC037E57}"/>
              </a:ext>
            </a:extLst>
          </p:cNvPr>
          <p:cNvSpPr>
            <a:spLocks noGrp="1"/>
          </p:cNvSpPr>
          <p:nvPr>
            <p:ph type="pic" idx="1"/>
          </p:nvPr>
        </p:nvSpPr>
        <p:spPr>
          <a:xfrm>
            <a:off x="0" y="1"/>
            <a:ext cx="12192000" cy="3713017"/>
          </a:xfrm>
          <a:solidFill>
            <a:schemeClr val="bg1">
              <a:lumMod val="85000"/>
            </a:schemeClr>
          </a:solidFill>
        </p:spPr>
        <p:txBody>
          <a:bodyPr vert="horz" lIns="91440" tIns="45720" rIns="91440" bIns="45720" rtlCol="0" anchor="ctr">
            <a:normAutofit/>
          </a:bodyPr>
          <a:lstStyle>
            <a:lvl1pPr>
              <a:defRPr lang="en-US" sz="2000" dirty="0"/>
            </a:lvl1pPr>
          </a:lstStyle>
          <a:p>
            <a:pPr marL="0" lvl="0" indent="0" algn="ctr">
              <a:buNone/>
            </a:pPr>
            <a:r>
              <a:rPr lang="en-US" noProof="0"/>
              <a:t>Click icon to add picture</a:t>
            </a:r>
            <a:endParaRPr lang="en-US" noProof="0" dirty="0"/>
          </a:p>
        </p:txBody>
      </p:sp>
    </p:spTree>
    <p:extLst>
      <p:ext uri="{BB962C8B-B14F-4D97-AF65-F5344CB8AC3E}">
        <p14:creationId xmlns:p14="http://schemas.microsoft.com/office/powerpoint/2010/main" val="1821192149"/>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237E7-A574-47D2-9624-D12F47560519}"/>
              </a:ext>
            </a:extLst>
          </p:cNvPr>
          <p:cNvSpPr>
            <a:spLocks noGrp="1"/>
          </p:cNvSpPr>
          <p:nvPr>
            <p:ph type="title" hasCustomPrompt="1"/>
          </p:nvPr>
        </p:nvSpPr>
        <p:spPr>
          <a:xfrm>
            <a:off x="363416" y="246186"/>
            <a:ext cx="3206261" cy="1037492"/>
          </a:xfrm>
        </p:spPr>
        <p:txBody>
          <a:bodyPr lIns="0" tIns="0" rIns="0" bIns="0" anchor="b">
            <a:noAutofit/>
          </a:bodyPr>
          <a:lstStyle>
            <a:lvl1pPr>
              <a:defRPr sz="3200" b="1" cap="all" baseline="0"/>
            </a:lvl1pPr>
          </a:lstStyle>
          <a:p>
            <a:r>
              <a:rPr lang="en-US" noProof="0"/>
              <a:t>Title here</a:t>
            </a:r>
          </a:p>
        </p:txBody>
      </p:sp>
      <p:sp>
        <p:nvSpPr>
          <p:cNvPr id="10" name="Slide Number Placeholder 5">
            <a:extLst>
              <a:ext uri="{FF2B5EF4-FFF2-40B4-BE49-F238E27FC236}">
                <a16:creationId xmlns:a16="http://schemas.microsoft.com/office/drawing/2014/main" id="{99564622-96D9-48C4-BB60-87F3F7C8E122}"/>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grpSp>
        <p:nvGrpSpPr>
          <p:cNvPr id="6" name="Group 5">
            <a:extLst>
              <a:ext uri="{FF2B5EF4-FFF2-40B4-BE49-F238E27FC236}">
                <a16:creationId xmlns:a16="http://schemas.microsoft.com/office/drawing/2014/main" id="{A6A27954-3A0E-430B-AD48-05A3F3278D70}"/>
              </a:ext>
            </a:extLst>
          </p:cNvPr>
          <p:cNvGrpSpPr/>
          <p:nvPr userDrawn="1"/>
        </p:nvGrpSpPr>
        <p:grpSpPr>
          <a:xfrm>
            <a:off x="-24056" y="1452564"/>
            <a:ext cx="3385227" cy="134113"/>
            <a:chOff x="-24055" y="1452565"/>
            <a:chExt cx="2374534" cy="0"/>
          </a:xfrm>
        </p:grpSpPr>
        <p:cxnSp>
          <p:nvCxnSpPr>
            <p:cNvPr id="12" name="Straight Connector 11">
              <a:extLst>
                <a:ext uri="{FF2B5EF4-FFF2-40B4-BE49-F238E27FC236}">
                  <a16:creationId xmlns:a16="http://schemas.microsoft.com/office/drawing/2014/main" id="{D9C089FD-3BC7-434F-810A-04F78AFC84D2}"/>
                </a:ext>
              </a:extLst>
            </p:cNvPr>
            <p:cNvCxnSpPr>
              <a:cxnSpLocks/>
            </p:cNvCxnSpPr>
            <p:nvPr userDrawn="1"/>
          </p:nvCxnSpPr>
          <p:spPr>
            <a:xfrm>
              <a:off x="-24055" y="1452565"/>
              <a:ext cx="171783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F7AC837-D78F-424C-9FDC-C3A445A5E0B6}"/>
                </a:ext>
              </a:extLst>
            </p:cNvPr>
            <p:cNvCxnSpPr>
              <a:cxnSpLocks/>
            </p:cNvCxnSpPr>
            <p:nvPr userDrawn="1"/>
          </p:nvCxnSpPr>
          <p:spPr>
            <a:xfrm>
              <a:off x="1804745" y="1452565"/>
              <a:ext cx="545734"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25" name="Oval 24">
            <a:extLst>
              <a:ext uri="{FF2B5EF4-FFF2-40B4-BE49-F238E27FC236}">
                <a16:creationId xmlns:a16="http://schemas.microsoft.com/office/drawing/2014/main" id="{3F366940-FB5E-4B76-8829-80C14F137B3A}"/>
              </a:ext>
            </a:extLst>
          </p:cNvPr>
          <p:cNvSpPr/>
          <p:nvPr userDrawn="1"/>
        </p:nvSpPr>
        <p:spPr>
          <a:xfrm>
            <a:off x="10251393" y="555158"/>
            <a:ext cx="3298372" cy="3298372"/>
          </a:xfrm>
          <a:prstGeom prst="ellipse">
            <a:avLst/>
          </a:prstGeom>
          <a:no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Oval 25">
            <a:extLst>
              <a:ext uri="{FF2B5EF4-FFF2-40B4-BE49-F238E27FC236}">
                <a16:creationId xmlns:a16="http://schemas.microsoft.com/office/drawing/2014/main" id="{75486FFB-46EF-4E74-BFFF-7ED054DB0D9C}"/>
              </a:ext>
            </a:extLst>
          </p:cNvPr>
          <p:cNvSpPr/>
          <p:nvPr userDrawn="1"/>
        </p:nvSpPr>
        <p:spPr>
          <a:xfrm>
            <a:off x="9932986" y="330754"/>
            <a:ext cx="1268186" cy="1268186"/>
          </a:xfrm>
          <a:prstGeom prst="ellipse">
            <a:avLst/>
          </a:prstGeom>
          <a:noFill/>
          <a:ln w="317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7" name="Group 26">
            <a:extLst>
              <a:ext uri="{FF2B5EF4-FFF2-40B4-BE49-F238E27FC236}">
                <a16:creationId xmlns:a16="http://schemas.microsoft.com/office/drawing/2014/main" id="{6D35CCD2-B73F-944C-B572-7FBFC7DE22E4}"/>
              </a:ext>
            </a:extLst>
          </p:cNvPr>
          <p:cNvGrpSpPr/>
          <p:nvPr userDrawn="1"/>
        </p:nvGrpSpPr>
        <p:grpSpPr>
          <a:xfrm>
            <a:off x="363416" y="421045"/>
            <a:ext cx="748798" cy="134113"/>
            <a:chOff x="4827813" y="2534636"/>
            <a:chExt cx="996651" cy="178504"/>
          </a:xfrm>
        </p:grpSpPr>
        <p:sp>
          <p:nvSpPr>
            <p:cNvPr id="28" name="Oval 27">
              <a:extLst>
                <a:ext uri="{FF2B5EF4-FFF2-40B4-BE49-F238E27FC236}">
                  <a16:creationId xmlns:a16="http://schemas.microsoft.com/office/drawing/2014/main" id="{9D8F78D8-558F-3540-A5F4-B1AD8942B341}"/>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5" name="Oval 34">
              <a:extLst>
                <a:ext uri="{FF2B5EF4-FFF2-40B4-BE49-F238E27FC236}">
                  <a16:creationId xmlns:a16="http://schemas.microsoft.com/office/drawing/2014/main" id="{3F8F621A-F298-2B48-B7E0-8D9BEE8AA763}"/>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6" name="Oval 35">
              <a:extLst>
                <a:ext uri="{FF2B5EF4-FFF2-40B4-BE49-F238E27FC236}">
                  <a16:creationId xmlns:a16="http://schemas.microsoft.com/office/drawing/2014/main" id="{C17A3A3B-82AE-0A46-AE32-9B111F975BDB}"/>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37" name="Oval 36">
              <a:extLst>
                <a:ext uri="{FF2B5EF4-FFF2-40B4-BE49-F238E27FC236}">
                  <a16:creationId xmlns:a16="http://schemas.microsoft.com/office/drawing/2014/main" id="{DF206CE3-6B94-C340-8BA3-A2A4E407E499}"/>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30" name="Text Placeholder 3">
            <a:extLst>
              <a:ext uri="{FF2B5EF4-FFF2-40B4-BE49-F238E27FC236}">
                <a16:creationId xmlns:a16="http://schemas.microsoft.com/office/drawing/2014/main" id="{1B247C0B-04BA-4D5C-A41D-AEA60217241B}"/>
              </a:ext>
            </a:extLst>
          </p:cNvPr>
          <p:cNvSpPr>
            <a:spLocks noGrp="1"/>
          </p:cNvSpPr>
          <p:nvPr>
            <p:ph type="body" sz="half" idx="2" hasCustomPrompt="1"/>
          </p:nvPr>
        </p:nvSpPr>
        <p:spPr>
          <a:xfrm>
            <a:off x="363416" y="2057400"/>
            <a:ext cx="3206261"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Edit Master text styles</a:t>
            </a:r>
          </a:p>
        </p:txBody>
      </p:sp>
      <p:sp>
        <p:nvSpPr>
          <p:cNvPr id="31" name="Content Placeholder 2">
            <a:extLst>
              <a:ext uri="{FF2B5EF4-FFF2-40B4-BE49-F238E27FC236}">
                <a16:creationId xmlns:a16="http://schemas.microsoft.com/office/drawing/2014/main" id="{194C619D-34F6-4A29-857A-D76007218728}"/>
              </a:ext>
            </a:extLst>
          </p:cNvPr>
          <p:cNvSpPr>
            <a:spLocks noGrp="1"/>
          </p:cNvSpPr>
          <p:nvPr>
            <p:ph idx="1" hasCustomPrompt="1"/>
          </p:nvPr>
        </p:nvSpPr>
        <p:spPr>
          <a:xfrm>
            <a:off x="3888084" y="246187"/>
            <a:ext cx="7467304" cy="561486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695175903"/>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237E7-A574-47D2-9624-D12F47560519}"/>
              </a:ext>
            </a:extLst>
          </p:cNvPr>
          <p:cNvSpPr>
            <a:spLocks noGrp="1"/>
          </p:cNvSpPr>
          <p:nvPr>
            <p:ph type="title"/>
          </p:nvPr>
        </p:nvSpPr>
        <p:spPr>
          <a:xfrm>
            <a:off x="363416" y="246186"/>
            <a:ext cx="11465168" cy="1037492"/>
          </a:xfrm>
        </p:spPr>
        <p:txBody>
          <a:bodyPr lIns="0" tIns="0" rIns="0" bIns="0" anchor="b">
            <a:noAutofit/>
          </a:bodyPr>
          <a:lstStyle>
            <a:lvl1pPr>
              <a:defRPr sz="3200" b="1" cap="all" baseline="0"/>
            </a:lvl1pPr>
          </a:lstStyle>
          <a:p>
            <a:r>
              <a:rPr lang="en-US" noProof="0"/>
              <a:t>Click to edit Master title style</a:t>
            </a:r>
          </a:p>
        </p:txBody>
      </p:sp>
      <p:sp>
        <p:nvSpPr>
          <p:cNvPr id="10" name="Slide Number Placeholder 5">
            <a:extLst>
              <a:ext uri="{FF2B5EF4-FFF2-40B4-BE49-F238E27FC236}">
                <a16:creationId xmlns:a16="http://schemas.microsoft.com/office/drawing/2014/main" id="{99564622-96D9-48C4-BB60-87F3F7C8E122}"/>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cxnSp>
        <p:nvCxnSpPr>
          <p:cNvPr id="12" name="Straight Connector 11">
            <a:extLst>
              <a:ext uri="{FF2B5EF4-FFF2-40B4-BE49-F238E27FC236}">
                <a16:creationId xmlns:a16="http://schemas.microsoft.com/office/drawing/2014/main" id="{D9C089FD-3BC7-434F-810A-04F78AFC84D2}"/>
              </a:ext>
            </a:extLst>
          </p:cNvPr>
          <p:cNvCxnSpPr>
            <a:cxnSpLocks/>
          </p:cNvCxnSpPr>
          <p:nvPr userDrawn="1"/>
        </p:nvCxnSpPr>
        <p:spPr>
          <a:xfrm>
            <a:off x="-24055" y="1452565"/>
            <a:ext cx="171783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F7AC837-D78F-424C-9FDC-C3A445A5E0B6}"/>
              </a:ext>
            </a:extLst>
          </p:cNvPr>
          <p:cNvCxnSpPr>
            <a:cxnSpLocks/>
          </p:cNvCxnSpPr>
          <p:nvPr userDrawn="1"/>
        </p:nvCxnSpPr>
        <p:spPr>
          <a:xfrm>
            <a:off x="1804745" y="1452565"/>
            <a:ext cx="545734"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831C4EF-58CF-4AEC-9F81-CB38D946A457}"/>
              </a:ext>
            </a:extLst>
          </p:cNvPr>
          <p:cNvCxnSpPr>
            <a:cxnSpLocks/>
          </p:cNvCxnSpPr>
          <p:nvPr userDrawn="1"/>
        </p:nvCxnSpPr>
        <p:spPr>
          <a:xfrm flipV="1">
            <a:off x="2454442" y="1429119"/>
            <a:ext cx="9737558" cy="15383"/>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9" name="Group 18">
            <a:extLst>
              <a:ext uri="{FF2B5EF4-FFF2-40B4-BE49-F238E27FC236}">
                <a16:creationId xmlns:a16="http://schemas.microsoft.com/office/drawing/2014/main" id="{EC7CCE55-AF4E-4245-BFBC-DEC36E1D4A47}"/>
              </a:ext>
            </a:extLst>
          </p:cNvPr>
          <p:cNvGrpSpPr/>
          <p:nvPr userDrawn="1"/>
        </p:nvGrpSpPr>
        <p:grpSpPr>
          <a:xfrm>
            <a:off x="363416" y="421045"/>
            <a:ext cx="748798" cy="134113"/>
            <a:chOff x="4827813" y="2534636"/>
            <a:chExt cx="996651" cy="178504"/>
          </a:xfrm>
        </p:grpSpPr>
        <p:sp>
          <p:nvSpPr>
            <p:cNvPr id="20" name="Oval 19">
              <a:extLst>
                <a:ext uri="{FF2B5EF4-FFF2-40B4-BE49-F238E27FC236}">
                  <a16:creationId xmlns:a16="http://schemas.microsoft.com/office/drawing/2014/main" id="{A13A9D50-C6EA-F04C-BB84-891959D759F9}"/>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Oval 20">
              <a:extLst>
                <a:ext uri="{FF2B5EF4-FFF2-40B4-BE49-F238E27FC236}">
                  <a16:creationId xmlns:a16="http://schemas.microsoft.com/office/drawing/2014/main" id="{2790B908-BCFE-FA4B-B5E3-36C62E088DE9}"/>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3" name="Oval 22">
              <a:extLst>
                <a:ext uri="{FF2B5EF4-FFF2-40B4-BE49-F238E27FC236}">
                  <a16:creationId xmlns:a16="http://schemas.microsoft.com/office/drawing/2014/main" id="{C96D4A9D-D054-044B-8920-BE06A68ED267}"/>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24" name="Oval 23">
              <a:extLst>
                <a:ext uri="{FF2B5EF4-FFF2-40B4-BE49-F238E27FC236}">
                  <a16:creationId xmlns:a16="http://schemas.microsoft.com/office/drawing/2014/main" id="{843643B7-9DFD-8C46-881C-69B3D67CA91A}"/>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
        <p:nvSpPr>
          <p:cNvPr id="13" name="Oval 12">
            <a:extLst>
              <a:ext uri="{FF2B5EF4-FFF2-40B4-BE49-F238E27FC236}">
                <a16:creationId xmlns:a16="http://schemas.microsoft.com/office/drawing/2014/main" id="{82D9D565-739D-4898-97BD-79EB8C7F91EC}"/>
              </a:ext>
            </a:extLst>
          </p:cNvPr>
          <p:cNvSpPr/>
          <p:nvPr userDrawn="1"/>
        </p:nvSpPr>
        <p:spPr>
          <a:xfrm>
            <a:off x="4608159" y="4718683"/>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Oval 13">
            <a:extLst>
              <a:ext uri="{FF2B5EF4-FFF2-40B4-BE49-F238E27FC236}">
                <a16:creationId xmlns:a16="http://schemas.microsoft.com/office/drawing/2014/main" id="{620FADA3-E777-489C-976D-0B0C4FD31310}"/>
              </a:ext>
            </a:extLst>
          </p:cNvPr>
          <p:cNvSpPr/>
          <p:nvPr userDrawn="1"/>
        </p:nvSpPr>
        <p:spPr>
          <a:xfrm>
            <a:off x="4289752" y="4494279"/>
            <a:ext cx="1268186"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436514738"/>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0" name="Slide Number Placeholder 5">
            <a:extLst>
              <a:ext uri="{FF2B5EF4-FFF2-40B4-BE49-F238E27FC236}">
                <a16:creationId xmlns:a16="http://schemas.microsoft.com/office/drawing/2014/main" id="{99564622-96D9-48C4-BB60-87F3F7C8E122}"/>
              </a:ext>
            </a:extLst>
          </p:cNvPr>
          <p:cNvSpPr>
            <a:spLocks noGrp="1"/>
          </p:cNvSpPr>
          <p:nvPr>
            <p:ph type="sldNum" sz="quarter" idx="12"/>
          </p:nvPr>
        </p:nvSpPr>
        <p:spPr>
          <a:xfrm>
            <a:off x="9085384" y="6463207"/>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grpSp>
        <p:nvGrpSpPr>
          <p:cNvPr id="4" name="Group 3">
            <a:extLst>
              <a:ext uri="{FF2B5EF4-FFF2-40B4-BE49-F238E27FC236}">
                <a16:creationId xmlns:a16="http://schemas.microsoft.com/office/drawing/2014/main" id="{8DCE8039-0D05-4A75-878A-907B8D44B9E7}"/>
              </a:ext>
            </a:extLst>
          </p:cNvPr>
          <p:cNvGrpSpPr/>
          <p:nvPr userDrawn="1"/>
        </p:nvGrpSpPr>
        <p:grpSpPr>
          <a:xfrm>
            <a:off x="363416" y="421045"/>
            <a:ext cx="748798" cy="134113"/>
            <a:chOff x="4827813" y="2534636"/>
            <a:chExt cx="996651" cy="178504"/>
          </a:xfrm>
        </p:grpSpPr>
        <p:sp>
          <p:nvSpPr>
            <p:cNvPr id="5" name="Oval 4">
              <a:extLst>
                <a:ext uri="{FF2B5EF4-FFF2-40B4-BE49-F238E27FC236}">
                  <a16:creationId xmlns:a16="http://schemas.microsoft.com/office/drawing/2014/main" id="{C1402252-45E8-45B3-BA5E-DFA33A45474E}"/>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Oval 5">
              <a:extLst>
                <a:ext uri="{FF2B5EF4-FFF2-40B4-BE49-F238E27FC236}">
                  <a16:creationId xmlns:a16="http://schemas.microsoft.com/office/drawing/2014/main" id="{1300C883-1ACE-4AF3-9875-792A769588D5}"/>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Oval 6">
              <a:extLst>
                <a:ext uri="{FF2B5EF4-FFF2-40B4-BE49-F238E27FC236}">
                  <a16:creationId xmlns:a16="http://schemas.microsoft.com/office/drawing/2014/main" id="{E75483D7-E612-43D2-9B0E-C69356C160DA}"/>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sp>
          <p:nvSpPr>
            <p:cNvPr id="8" name="Oval 7">
              <a:extLst>
                <a:ext uri="{FF2B5EF4-FFF2-40B4-BE49-F238E27FC236}">
                  <a16:creationId xmlns:a16="http://schemas.microsoft.com/office/drawing/2014/main" id="{F279C5F2-4C7F-4470-A44F-E8AD69AC9FA0}"/>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dirty="0"/>
            </a:p>
          </p:txBody>
        </p:sp>
      </p:grpSp>
    </p:spTree>
    <p:extLst>
      <p:ext uri="{BB962C8B-B14F-4D97-AF65-F5344CB8AC3E}">
        <p14:creationId xmlns:p14="http://schemas.microsoft.com/office/powerpoint/2010/main" val="3875061161"/>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40D79E1-5F46-41CA-85E7-44C2A6C62820}"/>
              </a:ext>
            </a:extLst>
          </p:cNvPr>
          <p:cNvSpPr>
            <a:spLocks noGrp="1"/>
          </p:cNvSpPr>
          <p:nvPr>
            <p:ph type="title"/>
          </p:nvPr>
        </p:nvSpPr>
        <p:spPr>
          <a:xfrm>
            <a:off x="363416" y="365125"/>
            <a:ext cx="11465168" cy="918553"/>
          </a:xfrm>
          <a:prstGeom prst="rect">
            <a:avLst/>
          </a:prstGeom>
        </p:spPr>
        <p:txBody>
          <a:bodyPr vert="horz" lIns="0" tIns="0" rIns="0" bIns="0" rtlCol="0" anchor="b">
            <a:normAutofit/>
          </a:bodyPr>
          <a:lstStyle/>
          <a:p>
            <a:r>
              <a:rPr lang="en-US" noProof="0"/>
              <a:t>Click to edit Master title style</a:t>
            </a:r>
          </a:p>
        </p:txBody>
      </p:sp>
      <p:sp>
        <p:nvSpPr>
          <p:cNvPr id="3" name="Text Placeholder 2">
            <a:extLst>
              <a:ext uri="{FF2B5EF4-FFF2-40B4-BE49-F238E27FC236}">
                <a16:creationId xmlns:a16="http://schemas.microsoft.com/office/drawing/2014/main" id="{D7B0B511-05FD-459E-AC79-A87540961FC1}"/>
              </a:ext>
            </a:extLst>
          </p:cNvPr>
          <p:cNvSpPr>
            <a:spLocks noGrp="1"/>
          </p:cNvSpPr>
          <p:nvPr>
            <p:ph type="body" idx="1"/>
          </p:nvPr>
        </p:nvSpPr>
        <p:spPr>
          <a:xfrm>
            <a:off x="363416" y="1825625"/>
            <a:ext cx="11465168" cy="4351338"/>
          </a:xfrm>
          <a:prstGeom prst="rect">
            <a:avLst/>
          </a:prstGeom>
        </p:spPr>
        <p:txBody>
          <a:bodyPr vert="horz" lIns="91440" tIns="45720" rIns="91440" bIns="45720" rtlCol="0">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Footer Placeholder 4">
            <a:extLst>
              <a:ext uri="{FF2B5EF4-FFF2-40B4-BE49-F238E27FC236}">
                <a16:creationId xmlns:a16="http://schemas.microsoft.com/office/drawing/2014/main" id="{FC32B635-1E22-483C-94B9-F587908DE63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noProof="0" dirty="0"/>
          </a:p>
        </p:txBody>
      </p:sp>
      <p:sp>
        <p:nvSpPr>
          <p:cNvPr id="6" name="Slide Number Placeholder 5">
            <a:extLst>
              <a:ext uri="{FF2B5EF4-FFF2-40B4-BE49-F238E27FC236}">
                <a16:creationId xmlns:a16="http://schemas.microsoft.com/office/drawing/2014/main" id="{6DB98321-594C-4030-A2B0-3492F77EE03E}"/>
              </a:ext>
            </a:extLst>
          </p:cNvPr>
          <p:cNvSpPr>
            <a:spLocks noGrp="1"/>
          </p:cNvSpPr>
          <p:nvPr>
            <p:ph type="sldNum" sz="quarter" idx="4"/>
          </p:nvPr>
        </p:nvSpPr>
        <p:spPr>
          <a:xfrm>
            <a:off x="9085384" y="6463207"/>
            <a:ext cx="2743200" cy="258268"/>
          </a:xfrm>
          <a:prstGeom prst="rect">
            <a:avLst/>
          </a:prstGeom>
        </p:spPr>
        <p:txBody>
          <a:bodyPr vert="horz" lIns="91440" tIns="45720" rIns="91440" bIns="45720" rtlCol="0" anchor="ctr"/>
          <a:lstStyle>
            <a:lvl1pPr algn="r">
              <a:defRPr sz="900">
                <a:solidFill>
                  <a:schemeClr val="accent3"/>
                </a:solidFill>
              </a:defRPr>
            </a:lvl1pPr>
          </a:lstStyle>
          <a:p>
            <a:fld id="{48BB047D-A6CD-43AB-96F0-683C726B586B}" type="slidenum">
              <a:rPr lang="en-US" noProof="0" smtClean="0"/>
              <a:pPr/>
              <a:t>‹#›</a:t>
            </a:fld>
            <a:endParaRPr lang="en-US" noProof="0" dirty="0"/>
          </a:p>
        </p:txBody>
      </p:sp>
    </p:spTree>
    <p:extLst>
      <p:ext uri="{BB962C8B-B14F-4D97-AF65-F5344CB8AC3E}">
        <p14:creationId xmlns:p14="http://schemas.microsoft.com/office/powerpoint/2010/main" val="20536527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1" r:id="rId3"/>
    <p:sldLayoutId id="2147483651" r:id="rId4"/>
    <p:sldLayoutId id="2147483662" r:id="rId5"/>
    <p:sldLayoutId id="2147483660" r:id="rId6"/>
    <p:sldLayoutId id="2147483663" r:id="rId7"/>
    <p:sldLayoutId id="2147483667" r:id="rId8"/>
    <p:sldLayoutId id="2147483668" r:id="rId9"/>
    <p:sldLayoutId id="2147483666" r:id="rId10"/>
    <p:sldLayoutId id="2147483669" r:id="rId11"/>
    <p:sldLayoutId id="2147483670" r:id="rId12"/>
    <p:sldLayoutId id="2147483671" r:id="rId13"/>
    <p:sldLayoutId id="2147483672" r:id="rId14"/>
    <p:sldLayoutId id="2147483664" r:id="rId15"/>
    <p:sldLayoutId id="2147483665" r:id="rId16"/>
  </p:sldLayoutIdLst>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9.png"/><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359CD-8DFF-4AF2-B957-630ED2A60E8D}"/>
              </a:ext>
            </a:extLst>
          </p:cNvPr>
          <p:cNvSpPr>
            <a:spLocks noGrp="1"/>
          </p:cNvSpPr>
          <p:nvPr>
            <p:ph type="ctrTitle"/>
          </p:nvPr>
        </p:nvSpPr>
        <p:spPr>
          <a:xfrm>
            <a:off x="4686300" y="2894297"/>
            <a:ext cx="7233557" cy="832077"/>
          </a:xfrm>
        </p:spPr>
        <p:txBody>
          <a:bodyPr>
            <a:normAutofit fontScale="90000"/>
          </a:bodyPr>
          <a:lstStyle/>
          <a:p>
            <a:r>
              <a:rPr lang="en-US" sz="2200" dirty="0">
                <a:solidFill>
                  <a:srgbClr val="7030A0"/>
                </a:solidFill>
              </a:rPr>
              <a:t>LECTURE TWO (B):</a:t>
            </a:r>
            <a:br>
              <a:rPr lang="en-US" dirty="0"/>
            </a:br>
            <a:r>
              <a:rPr lang="en-US" dirty="0"/>
              <a:t>BASIC ELEMENTS OF TV</a:t>
            </a:r>
            <a:endParaRPr lang="en-IN" dirty="0"/>
          </a:p>
        </p:txBody>
      </p:sp>
      <p:pic>
        <p:nvPicPr>
          <p:cNvPr id="7" name="Picture Placeholder 6"/>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12469" r="12469"/>
          <a:stretch>
            <a:fillRect/>
          </a:stretch>
        </p:blipFill>
        <p:spPr/>
      </p:pic>
      <p:sp>
        <p:nvSpPr>
          <p:cNvPr id="8" name="Rectangle 7"/>
          <p:cNvSpPr/>
          <p:nvPr/>
        </p:nvSpPr>
        <p:spPr>
          <a:xfrm>
            <a:off x="4864989" y="211257"/>
            <a:ext cx="6876177" cy="769441"/>
          </a:xfrm>
          <a:prstGeom prst="rect">
            <a:avLst/>
          </a:prstGeom>
          <a:no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none" lIns="91440" tIns="45720" rIns="91440" bIns="45720">
            <a:spAutoFit/>
          </a:bodyPr>
          <a:lstStyle/>
          <a:p>
            <a:pPr algn="ctr"/>
            <a:r>
              <a:rPr lang="en-US" sz="4400" b="1" cap="none" spc="0" dirty="0">
                <a:ln w="10160">
                  <a:solidFill>
                    <a:schemeClr val="accent5"/>
                  </a:solidFill>
                  <a:prstDash val="solid"/>
                </a:ln>
                <a:solidFill>
                  <a:schemeClr val="accent5"/>
                </a:solidFill>
                <a:effectLst>
                  <a:outerShdw blurRad="38100" dist="22860" dir="5400000" algn="tl" rotWithShape="0">
                    <a:srgbClr val="000000">
                      <a:alpha val="30000"/>
                    </a:srgbClr>
                  </a:outerShdw>
                </a:effectLst>
              </a:rPr>
              <a:t>ET 8105 – Television Systems</a:t>
            </a:r>
          </a:p>
        </p:txBody>
      </p:sp>
    </p:spTree>
    <p:extLst>
      <p:ext uri="{BB962C8B-B14F-4D97-AF65-F5344CB8AC3E}">
        <p14:creationId xmlns:p14="http://schemas.microsoft.com/office/powerpoint/2010/main" val="20644069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2</a:t>
            </a:fld>
            <a:endParaRPr lang="en-US" noProof="0" dirty="0"/>
          </a:p>
        </p:txBody>
      </p:sp>
      <p:sp>
        <p:nvSpPr>
          <p:cNvPr id="3" name="Content Placeholder 2"/>
          <p:cNvSpPr>
            <a:spLocks noGrp="1"/>
          </p:cNvSpPr>
          <p:nvPr>
            <p:ph idx="1"/>
          </p:nvPr>
        </p:nvSpPr>
        <p:spPr/>
        <p:txBody>
          <a:bodyPr>
            <a:normAutofit/>
          </a:bodyPr>
          <a:lstStyle/>
          <a:p>
            <a:pPr algn="just"/>
            <a:r>
              <a:rPr lang="en-US" sz="2800" dirty="0">
                <a:latin typeface="Palatino Linotype" panose="02040502050505030304" pitchFamily="18" charset="0"/>
              </a:rPr>
              <a:t>This lecture gives a basic description of TV systems in form and contents.</a:t>
            </a:r>
          </a:p>
          <a:p>
            <a:pPr algn="just"/>
            <a:r>
              <a:rPr lang="en-US" sz="2800" dirty="0">
                <a:latin typeface="Palatino Linotype" panose="02040502050505030304" pitchFamily="18" charset="0"/>
              </a:rPr>
              <a:t>It just outlines the system</a:t>
            </a:r>
          </a:p>
          <a:p>
            <a:pPr algn="just"/>
            <a:r>
              <a:rPr lang="en-US" sz="2800" dirty="0">
                <a:latin typeface="Palatino Linotype" panose="02040502050505030304" pitchFamily="18" charset="0"/>
              </a:rPr>
              <a:t>There are two types of TV broadcast systems:</a:t>
            </a:r>
          </a:p>
          <a:p>
            <a:pPr lvl="1" algn="just"/>
            <a:r>
              <a:rPr lang="en-US" sz="2600" dirty="0">
                <a:latin typeface="Palatino Linotype" panose="02040502050505030304" pitchFamily="18" charset="0"/>
              </a:rPr>
              <a:t>Monochrome (or black and white) TV</a:t>
            </a:r>
          </a:p>
          <a:p>
            <a:pPr lvl="1" algn="just"/>
            <a:r>
              <a:rPr lang="en-US" sz="2600" dirty="0">
                <a:latin typeface="Palatino Linotype" panose="02040502050505030304" pitchFamily="18" charset="0"/>
              </a:rPr>
              <a:t>Colour TV</a:t>
            </a:r>
          </a:p>
          <a:p>
            <a:pPr algn="just"/>
            <a:r>
              <a:rPr lang="en-US" sz="2800" dirty="0">
                <a:latin typeface="Palatino Linotype" panose="02040502050505030304" pitchFamily="18" charset="0"/>
              </a:rPr>
              <a:t>Their basic elements are described hereafter</a:t>
            </a:r>
          </a:p>
          <a:p>
            <a:pPr algn="just"/>
            <a:r>
              <a:rPr lang="en-US" sz="2800" dirty="0">
                <a:latin typeface="Palatino Linotype" panose="02040502050505030304" pitchFamily="18" charset="0"/>
              </a:rPr>
              <a:t>Detailed description of each will follow in the coming lectures.</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Introduction</a:t>
            </a:r>
          </a:p>
        </p:txBody>
      </p:sp>
    </p:spTree>
    <p:extLst>
      <p:ext uri="{BB962C8B-B14F-4D97-AF65-F5344CB8AC3E}">
        <p14:creationId xmlns:p14="http://schemas.microsoft.com/office/powerpoint/2010/main" val="41899876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3</a:t>
            </a:fld>
            <a:endParaRPr lang="en-US" noProof="0" dirty="0"/>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Monochrome TV Transmitter</a:t>
            </a:r>
          </a:p>
        </p:txBody>
      </p:sp>
      <p:pic>
        <p:nvPicPr>
          <p:cNvPr id="5" name="Picture 4"/>
          <p:cNvPicPr>
            <a:picLocks noChangeAspect="1"/>
          </p:cNvPicPr>
          <p:nvPr/>
        </p:nvPicPr>
        <p:blipFill>
          <a:blip r:embed="rId2"/>
          <a:stretch>
            <a:fillRect/>
          </a:stretch>
        </p:blipFill>
        <p:spPr>
          <a:xfrm>
            <a:off x="602672" y="1605800"/>
            <a:ext cx="9585329" cy="4982099"/>
          </a:xfrm>
          <a:prstGeom prst="rect">
            <a:avLst/>
          </a:prstGeom>
        </p:spPr>
      </p:pic>
      <p:sp>
        <p:nvSpPr>
          <p:cNvPr id="6" name="Rectangle 5"/>
          <p:cNvSpPr/>
          <p:nvPr/>
        </p:nvSpPr>
        <p:spPr>
          <a:xfrm>
            <a:off x="10025840" y="3187760"/>
            <a:ext cx="2013927" cy="2308324"/>
          </a:xfrm>
          <a:prstGeom prst="rect">
            <a:avLst/>
          </a:prstGeom>
          <a:solidFill>
            <a:schemeClr val="accent4">
              <a:lumMod val="75000"/>
            </a:schemeClr>
          </a:solidFill>
        </p:spPr>
        <p:txBody>
          <a:bodyPr wrap="square">
            <a:spAutoFit/>
          </a:bodyPr>
          <a:lstStyle/>
          <a:p>
            <a:pPr algn="ctr"/>
            <a:r>
              <a:rPr lang="en-US" sz="2400" b="1" dirty="0"/>
              <a:t>Basic elements of a monochrome TV transmitting system</a:t>
            </a:r>
          </a:p>
        </p:txBody>
      </p:sp>
    </p:spTree>
    <p:extLst>
      <p:ext uri="{BB962C8B-B14F-4D97-AF65-F5344CB8AC3E}">
        <p14:creationId xmlns:p14="http://schemas.microsoft.com/office/powerpoint/2010/main" val="393059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4</a:t>
            </a:fld>
            <a:endParaRPr lang="en-US" noProof="0" dirty="0"/>
          </a:p>
        </p:txBody>
      </p:sp>
      <p:sp>
        <p:nvSpPr>
          <p:cNvPr id="3" name="Content Placeholder 2"/>
          <p:cNvSpPr txBox="1">
            <a:spLocks/>
          </p:cNvSpPr>
          <p:nvPr/>
        </p:nvSpPr>
        <p:spPr>
          <a:xfrm>
            <a:off x="363416" y="748145"/>
            <a:ext cx="11465168" cy="5715062"/>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b="1" dirty="0">
                <a:solidFill>
                  <a:schemeClr val="accent1"/>
                </a:solidFill>
                <a:latin typeface="Palatino Linotype" panose="02040502050505030304" pitchFamily="18" charset="0"/>
              </a:rPr>
              <a:t>Camera Tube - </a:t>
            </a:r>
            <a:r>
              <a:rPr lang="en-US" sz="2800" dirty="0">
                <a:latin typeface="Palatino Linotype" panose="02040502050505030304" pitchFamily="18" charset="0"/>
              </a:rPr>
              <a:t>Converts intensity of light from a scene into electrical variations, called video signal by using a photosensitive target plate. </a:t>
            </a:r>
          </a:p>
          <a:p>
            <a:pPr algn="just"/>
            <a:r>
              <a:rPr lang="en-US" sz="2800" b="1" dirty="0">
                <a:solidFill>
                  <a:schemeClr val="accent1"/>
                </a:solidFill>
                <a:latin typeface="Palatino Linotype" panose="02040502050505030304" pitchFamily="18" charset="0"/>
              </a:rPr>
              <a:t>Scanning and Sync Circuits - </a:t>
            </a:r>
            <a:r>
              <a:rPr lang="en-US" sz="2800" dirty="0">
                <a:latin typeface="Palatino Linotype" panose="02040502050505030304" pitchFamily="18" charset="0"/>
              </a:rPr>
              <a:t>Electrical current is extracted from the photosensitive target of the camera tube with the help of a scanning beam which is produced by </a:t>
            </a:r>
            <a:r>
              <a:rPr lang="en-US" sz="2800" dirty="0" err="1">
                <a:latin typeface="Palatino Linotype" panose="02040502050505030304" pitchFamily="18" charset="0"/>
              </a:rPr>
              <a:t>sawtooth</a:t>
            </a:r>
            <a:r>
              <a:rPr lang="en-US" sz="2800" dirty="0">
                <a:latin typeface="Palatino Linotype" panose="02040502050505030304" pitchFamily="18" charset="0"/>
              </a:rPr>
              <a:t> currents through horizontal and vertical deflection coils</a:t>
            </a:r>
          </a:p>
          <a:p>
            <a:pPr algn="just"/>
            <a:r>
              <a:rPr lang="en-US" sz="2800" b="1" dirty="0">
                <a:solidFill>
                  <a:schemeClr val="accent1"/>
                </a:solidFill>
                <a:latin typeface="Palatino Linotype" panose="02040502050505030304" pitchFamily="18" charset="0"/>
              </a:rPr>
              <a:t>Blanking and Sync Pulse Generators - </a:t>
            </a:r>
            <a:r>
              <a:rPr lang="en-US" sz="2800" dirty="0">
                <a:latin typeface="Palatino Linotype" panose="02040502050505030304" pitchFamily="18" charset="0"/>
              </a:rPr>
              <a:t>The start of </a:t>
            </a:r>
            <a:r>
              <a:rPr lang="en-US" sz="2800" dirty="0" err="1">
                <a:latin typeface="Palatino Linotype" panose="02040502050505030304" pitchFamily="18" charset="0"/>
              </a:rPr>
              <a:t>sawtooth</a:t>
            </a:r>
            <a:r>
              <a:rPr lang="en-US" sz="2800" dirty="0">
                <a:latin typeface="Palatino Linotype" panose="02040502050505030304" pitchFamily="18" charset="0"/>
              </a:rPr>
              <a:t> or sweep current signal is triggered by pulses called sync pulses. The retrace is blanked by blanking pulses and these pulses are periodic and appear for a specified time by using a mono-stable </a:t>
            </a:r>
            <a:r>
              <a:rPr lang="en-US" sz="2800" dirty="0" err="1">
                <a:latin typeface="Palatino Linotype" panose="02040502050505030304" pitchFamily="18" charset="0"/>
              </a:rPr>
              <a:t>multivibrator</a:t>
            </a:r>
            <a:r>
              <a:rPr lang="en-US" sz="2800" dirty="0">
                <a:latin typeface="Palatino Linotype" panose="02040502050505030304" pitchFamily="18" charset="0"/>
              </a:rPr>
              <a:t>.</a:t>
            </a:r>
          </a:p>
          <a:p>
            <a:pPr algn="just"/>
            <a:r>
              <a:rPr lang="en-US" sz="2800" b="1" dirty="0">
                <a:solidFill>
                  <a:schemeClr val="accent1"/>
                </a:solidFill>
                <a:latin typeface="Palatino Linotype" panose="02040502050505030304" pitchFamily="18" charset="0"/>
              </a:rPr>
              <a:t>Video Amplifiers - </a:t>
            </a:r>
            <a:r>
              <a:rPr lang="en-US" sz="2800" dirty="0">
                <a:latin typeface="Palatino Linotype" panose="02040502050505030304" pitchFamily="18" charset="0"/>
              </a:rPr>
              <a:t>Video signal along with blanking and sync pulses, called composite video signal is amplified by using wideband RC coupled amplifier circuits.</a:t>
            </a:r>
          </a:p>
        </p:txBody>
      </p:sp>
    </p:spTree>
    <p:extLst>
      <p:ext uri="{BB962C8B-B14F-4D97-AF65-F5344CB8AC3E}">
        <p14:creationId xmlns:p14="http://schemas.microsoft.com/office/powerpoint/2010/main" val="39598485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5</a:t>
            </a:fld>
            <a:endParaRPr lang="en-US" noProof="0" dirty="0"/>
          </a:p>
        </p:txBody>
      </p:sp>
      <p:sp>
        <p:nvSpPr>
          <p:cNvPr id="3" name="Content Placeholder 2"/>
          <p:cNvSpPr txBox="1">
            <a:spLocks/>
          </p:cNvSpPr>
          <p:nvPr/>
        </p:nvSpPr>
        <p:spPr>
          <a:xfrm>
            <a:off x="363416" y="748145"/>
            <a:ext cx="11465168" cy="5715062"/>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b="1" dirty="0">
                <a:solidFill>
                  <a:schemeClr val="accent1"/>
                </a:solidFill>
                <a:latin typeface="Palatino Linotype" panose="02040502050505030304" pitchFamily="18" charset="0"/>
              </a:rPr>
              <a:t>RF Carrier Generator and Video Modulator - </a:t>
            </a:r>
            <a:r>
              <a:rPr lang="en-US" sz="2800" dirty="0">
                <a:latin typeface="Palatino Linotype" panose="02040502050505030304" pitchFamily="18" charset="0"/>
              </a:rPr>
              <a:t>A radio frequency carrier of channel frequency for video is generated and is amplitude modulated by the video signal.</a:t>
            </a:r>
          </a:p>
          <a:p>
            <a:pPr algn="just"/>
            <a:r>
              <a:rPr lang="en-US" sz="2800" b="1" dirty="0">
                <a:solidFill>
                  <a:schemeClr val="accent1"/>
                </a:solidFill>
                <a:latin typeface="Palatino Linotype" panose="02040502050505030304" pitchFamily="18" charset="0"/>
              </a:rPr>
              <a:t>Microphone</a:t>
            </a:r>
            <a:r>
              <a:rPr lang="en-US" sz="2800" dirty="0">
                <a:latin typeface="Palatino Linotype" panose="02040502050505030304" pitchFamily="18" charset="0"/>
              </a:rPr>
              <a:t> - It converts sound pressure variations into electrical variations, called audio signals. </a:t>
            </a:r>
          </a:p>
          <a:p>
            <a:pPr algn="just"/>
            <a:r>
              <a:rPr lang="en-US" sz="2800" b="1" dirty="0">
                <a:solidFill>
                  <a:schemeClr val="accent1"/>
                </a:solidFill>
                <a:latin typeface="Palatino Linotype" panose="02040502050505030304" pitchFamily="18" charset="0"/>
              </a:rPr>
              <a:t>Audio Amplifiers - </a:t>
            </a:r>
            <a:r>
              <a:rPr lang="en-US" sz="2800" dirty="0">
                <a:latin typeface="Palatino Linotype" panose="02040502050505030304" pitchFamily="18" charset="0"/>
              </a:rPr>
              <a:t>These amplify weak audio signals.</a:t>
            </a:r>
          </a:p>
          <a:p>
            <a:pPr algn="just"/>
            <a:r>
              <a:rPr lang="en-US" sz="2800" b="1" dirty="0">
                <a:solidFill>
                  <a:schemeClr val="accent1"/>
                </a:solidFill>
                <a:latin typeface="Palatino Linotype" panose="02040502050505030304" pitchFamily="18" charset="0"/>
              </a:rPr>
              <a:t>RF Carrier Generator and Audio Modulator - </a:t>
            </a:r>
            <a:r>
              <a:rPr lang="en-US" sz="2800" dirty="0">
                <a:latin typeface="Palatino Linotype" panose="02040502050505030304" pitchFamily="18" charset="0"/>
              </a:rPr>
              <a:t>A radio frequency carrier is generated and is frequency modulated by audio signals at low level. </a:t>
            </a:r>
          </a:p>
          <a:p>
            <a:pPr algn="just"/>
            <a:r>
              <a:rPr lang="en-US" sz="2800" b="1" dirty="0">
                <a:solidFill>
                  <a:schemeClr val="accent1"/>
                </a:solidFill>
                <a:latin typeface="Palatino Linotype" panose="02040502050505030304" pitchFamily="18" charset="0"/>
              </a:rPr>
              <a:t>Combining Bridge - </a:t>
            </a:r>
            <a:r>
              <a:rPr lang="en-US" sz="2800" dirty="0">
                <a:latin typeface="Palatino Linotype" panose="02040502050505030304" pitchFamily="18" charset="0"/>
              </a:rPr>
              <a:t>Video modulated and audio modulated signals pass through a combining bridge (also called duplexer circuit) to go to a common transmitting antenna. </a:t>
            </a:r>
          </a:p>
        </p:txBody>
      </p:sp>
    </p:spTree>
    <p:extLst>
      <p:ext uri="{BB962C8B-B14F-4D97-AF65-F5344CB8AC3E}">
        <p14:creationId xmlns:p14="http://schemas.microsoft.com/office/powerpoint/2010/main" val="1891501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6</a:t>
            </a:fld>
            <a:endParaRPr lang="en-US" noProof="0" dirty="0"/>
          </a:p>
        </p:txBody>
      </p:sp>
      <p:sp>
        <p:nvSpPr>
          <p:cNvPr id="3" name="Content Placeholder 2"/>
          <p:cNvSpPr txBox="1">
            <a:spLocks/>
          </p:cNvSpPr>
          <p:nvPr/>
        </p:nvSpPr>
        <p:spPr>
          <a:xfrm>
            <a:off x="363416" y="748145"/>
            <a:ext cx="11465168" cy="5715062"/>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b="1" dirty="0">
                <a:solidFill>
                  <a:schemeClr val="accent1"/>
                </a:solidFill>
                <a:latin typeface="Palatino Linotype" panose="02040502050505030304" pitchFamily="18" charset="0"/>
              </a:rPr>
              <a:t>Transmitting Antenna -</a:t>
            </a:r>
            <a:r>
              <a:rPr lang="en-US" sz="2800" dirty="0">
                <a:latin typeface="Palatino Linotype" panose="02040502050505030304" pitchFamily="18" charset="0"/>
              </a:rPr>
              <a:t>Video modulated signal and audio modulated signal are fed to the common transmitting antenna which radiates out the modulated signals into space in the form of electromagnetic waves.</a:t>
            </a:r>
          </a:p>
        </p:txBody>
      </p:sp>
    </p:spTree>
    <p:extLst>
      <p:ext uri="{BB962C8B-B14F-4D97-AF65-F5344CB8AC3E}">
        <p14:creationId xmlns:p14="http://schemas.microsoft.com/office/powerpoint/2010/main" val="11242341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7</a:t>
            </a:fld>
            <a:endParaRPr lang="en-US" noProof="0" dirty="0"/>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Monochrome TV Receiver</a:t>
            </a:r>
          </a:p>
        </p:txBody>
      </p:sp>
      <p:pic>
        <p:nvPicPr>
          <p:cNvPr id="6" name="Picture 5"/>
          <p:cNvPicPr>
            <a:picLocks noChangeAspect="1"/>
          </p:cNvPicPr>
          <p:nvPr/>
        </p:nvPicPr>
        <p:blipFill>
          <a:blip r:embed="rId2"/>
          <a:stretch>
            <a:fillRect/>
          </a:stretch>
        </p:blipFill>
        <p:spPr>
          <a:xfrm>
            <a:off x="363416" y="1858389"/>
            <a:ext cx="9190288" cy="4604818"/>
          </a:xfrm>
          <a:prstGeom prst="rect">
            <a:avLst/>
          </a:prstGeom>
        </p:spPr>
      </p:pic>
      <p:sp>
        <p:nvSpPr>
          <p:cNvPr id="7" name="Rectangle 6"/>
          <p:cNvSpPr/>
          <p:nvPr/>
        </p:nvSpPr>
        <p:spPr>
          <a:xfrm flipH="1">
            <a:off x="10241106" y="3375968"/>
            <a:ext cx="1440402" cy="1569660"/>
          </a:xfrm>
          <a:prstGeom prst="rect">
            <a:avLst/>
          </a:prstGeom>
          <a:solidFill>
            <a:schemeClr val="accent4">
              <a:lumMod val="75000"/>
            </a:schemeClr>
          </a:solidFill>
        </p:spPr>
        <p:txBody>
          <a:bodyPr wrap="square">
            <a:spAutoFit/>
          </a:bodyPr>
          <a:lstStyle/>
          <a:p>
            <a:pPr algn="ctr"/>
            <a:r>
              <a:rPr lang="en-US" sz="2400" b="1" dirty="0"/>
              <a:t>Basic elements of a TV receiver</a:t>
            </a:r>
          </a:p>
        </p:txBody>
      </p:sp>
    </p:spTree>
    <p:extLst>
      <p:ext uri="{BB962C8B-B14F-4D97-AF65-F5344CB8AC3E}">
        <p14:creationId xmlns:p14="http://schemas.microsoft.com/office/powerpoint/2010/main" val="13917552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8</a:t>
            </a:fld>
            <a:endParaRPr lang="en-US" noProof="0" dirty="0"/>
          </a:p>
        </p:txBody>
      </p:sp>
      <p:sp>
        <p:nvSpPr>
          <p:cNvPr id="3" name="Content Placeholder 2"/>
          <p:cNvSpPr txBox="1">
            <a:spLocks/>
          </p:cNvSpPr>
          <p:nvPr/>
        </p:nvSpPr>
        <p:spPr>
          <a:xfrm>
            <a:off x="363416" y="748145"/>
            <a:ext cx="11465168" cy="5715062"/>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b="1" dirty="0">
                <a:solidFill>
                  <a:schemeClr val="accent1"/>
                </a:solidFill>
                <a:latin typeface="Palatino Linotype" panose="02040502050505030304" pitchFamily="18" charset="0"/>
              </a:rPr>
              <a:t>Receiving Antenna - </a:t>
            </a:r>
            <a:r>
              <a:rPr lang="en-US" sz="2800" dirty="0">
                <a:latin typeface="Palatino Linotype" panose="02040502050505030304" pitchFamily="18" charset="0"/>
              </a:rPr>
              <a:t>picks up signal from the electromagnetic waves travelling through space and the desired channel is selected by a tuned circuit.</a:t>
            </a:r>
          </a:p>
          <a:p>
            <a:pPr algn="just"/>
            <a:r>
              <a:rPr lang="en-US" sz="2800" b="1" dirty="0">
                <a:solidFill>
                  <a:schemeClr val="accent1"/>
                </a:solidFill>
                <a:latin typeface="Palatino Linotype" panose="02040502050505030304" pitchFamily="18" charset="0"/>
              </a:rPr>
              <a:t>Tuner and IF Stages -</a:t>
            </a:r>
            <a:r>
              <a:rPr lang="en-US" sz="2800" dirty="0">
                <a:latin typeface="Palatino Linotype" panose="02040502050505030304" pitchFamily="18" charset="0"/>
              </a:rPr>
              <a:t>The receiver is a </a:t>
            </a:r>
            <a:r>
              <a:rPr lang="en-US" sz="2800" dirty="0" err="1">
                <a:latin typeface="Palatino Linotype" panose="02040502050505030304" pitchFamily="18" charset="0"/>
              </a:rPr>
              <a:t>superhetrodyne</a:t>
            </a:r>
            <a:r>
              <a:rPr lang="en-US" sz="2800" dirty="0">
                <a:latin typeface="Palatino Linotype" panose="02040502050505030304" pitchFamily="18" charset="0"/>
              </a:rPr>
              <a:t> receiver to achieve high selectivity and high gain.</a:t>
            </a:r>
          </a:p>
          <a:p>
            <a:pPr algn="just"/>
            <a:r>
              <a:rPr lang="en-US" sz="2800" dirty="0">
                <a:latin typeface="Palatino Linotype" panose="02040502050505030304" pitchFamily="18" charset="0"/>
              </a:rPr>
              <a:t>Video Detector and Trap Circuit – The amplified IF goes to the video detector which recovers the video signal from the modulated wave and feeds it to the video amplifier through the trap circuit, which prevents the video signal from entering into the audio channel.</a:t>
            </a:r>
          </a:p>
          <a:p>
            <a:pPr algn="just"/>
            <a:r>
              <a:rPr lang="en-US" sz="2800" b="1" dirty="0">
                <a:solidFill>
                  <a:schemeClr val="accent1"/>
                </a:solidFill>
                <a:latin typeface="Palatino Linotype" panose="02040502050505030304" pitchFamily="18" charset="0"/>
              </a:rPr>
              <a:t>Video Amplifiers – </a:t>
            </a:r>
            <a:r>
              <a:rPr lang="en-US" sz="2800" dirty="0">
                <a:latin typeface="Palatino Linotype" panose="02040502050505030304" pitchFamily="18" charset="0"/>
              </a:rPr>
              <a:t>These are wideband RC coupled amplifiers. The amplified video signal goes to the picture tube.</a:t>
            </a:r>
          </a:p>
        </p:txBody>
      </p:sp>
    </p:spTree>
    <p:extLst>
      <p:ext uri="{BB962C8B-B14F-4D97-AF65-F5344CB8AC3E}">
        <p14:creationId xmlns:p14="http://schemas.microsoft.com/office/powerpoint/2010/main" val="1890478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9</a:t>
            </a:fld>
            <a:endParaRPr lang="en-US" noProof="0" dirty="0"/>
          </a:p>
        </p:txBody>
      </p:sp>
      <p:sp>
        <p:nvSpPr>
          <p:cNvPr id="3" name="Content Placeholder 2"/>
          <p:cNvSpPr txBox="1">
            <a:spLocks/>
          </p:cNvSpPr>
          <p:nvPr/>
        </p:nvSpPr>
        <p:spPr>
          <a:xfrm>
            <a:off x="363416" y="748145"/>
            <a:ext cx="11465168" cy="5715062"/>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b="1" dirty="0">
                <a:solidFill>
                  <a:schemeClr val="accent1"/>
                </a:solidFill>
                <a:latin typeface="Palatino Linotype" panose="02040502050505030304" pitchFamily="18" charset="0"/>
              </a:rPr>
              <a:t>Picture Tube - </a:t>
            </a:r>
            <a:r>
              <a:rPr lang="en-US" sz="2800" dirty="0">
                <a:latin typeface="Palatino Linotype" panose="02040502050505030304" pitchFamily="18" charset="0"/>
              </a:rPr>
              <a:t>The video signal varies the strength of the electron beam. This beam being proportional to the intensity of the video signal.</a:t>
            </a:r>
          </a:p>
          <a:p>
            <a:pPr algn="just"/>
            <a:r>
              <a:rPr lang="en-US" sz="2800" b="1" dirty="0">
                <a:solidFill>
                  <a:schemeClr val="accent1"/>
                </a:solidFill>
                <a:latin typeface="Palatino Linotype" panose="02040502050505030304" pitchFamily="18" charset="0"/>
              </a:rPr>
              <a:t>Deflection Stages </a:t>
            </a:r>
            <a:r>
              <a:rPr lang="en-US" sz="2800" b="1" dirty="0">
                <a:latin typeface="Palatino Linotype" panose="02040502050505030304" pitchFamily="18" charset="0"/>
              </a:rPr>
              <a:t>- </a:t>
            </a:r>
            <a:r>
              <a:rPr lang="en-US" sz="2800" dirty="0">
                <a:latin typeface="Palatino Linotype" panose="02040502050505030304" pitchFamily="18" charset="0"/>
              </a:rPr>
              <a:t>The phosphor dots glow in quick succession from left to right and top to bottom with the help of scanning currents in the deflection coils.</a:t>
            </a:r>
          </a:p>
          <a:p>
            <a:pPr algn="just"/>
            <a:r>
              <a:rPr lang="en-US" sz="2800" b="1" dirty="0">
                <a:solidFill>
                  <a:schemeClr val="accent1"/>
                </a:solidFill>
                <a:latin typeface="Palatino Linotype" panose="02040502050505030304" pitchFamily="18" charset="0"/>
              </a:rPr>
              <a:t>Sound Section – </a:t>
            </a:r>
            <a:r>
              <a:rPr lang="en-US" sz="2800" dirty="0">
                <a:latin typeface="Palatino Linotype" panose="02040502050505030304" pitchFamily="18" charset="0"/>
              </a:rPr>
              <a:t>Consists of sound IF (SIF) amplifier, FM detector, audio amplifier and loudspeaker. </a:t>
            </a:r>
          </a:p>
          <a:p>
            <a:pPr lvl="1" algn="just"/>
            <a:r>
              <a:rPr lang="en-US" sz="2600" dirty="0">
                <a:latin typeface="Palatino Linotype" panose="02040502050505030304" pitchFamily="18" charset="0"/>
              </a:rPr>
              <a:t>Difference of frequency between frequency modulated IF and video carrier IF is called </a:t>
            </a:r>
            <a:r>
              <a:rPr lang="en-US" sz="2600" dirty="0" err="1">
                <a:latin typeface="Palatino Linotype" panose="02040502050505030304" pitchFamily="18" charset="0"/>
              </a:rPr>
              <a:t>intercarrier</a:t>
            </a:r>
            <a:r>
              <a:rPr lang="en-US" sz="2600" dirty="0">
                <a:latin typeface="Palatino Linotype" panose="02040502050505030304" pitchFamily="18" charset="0"/>
              </a:rPr>
              <a:t> frequency, or second IF or sound IF.</a:t>
            </a:r>
          </a:p>
          <a:p>
            <a:pPr lvl="1" algn="just"/>
            <a:r>
              <a:rPr lang="en-US" sz="2600" dirty="0">
                <a:latin typeface="Palatino Linotype" panose="02040502050505030304" pitchFamily="18" charset="0"/>
              </a:rPr>
              <a:t>It is received from the video detector and passes to the SIF amplifier through the trap circuit, which prevents SIF from going into the video amplifier.</a:t>
            </a:r>
          </a:p>
        </p:txBody>
      </p:sp>
    </p:spTree>
    <p:extLst>
      <p:ext uri="{BB962C8B-B14F-4D97-AF65-F5344CB8AC3E}">
        <p14:creationId xmlns:p14="http://schemas.microsoft.com/office/powerpoint/2010/main" val="13933661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10</a:t>
            </a:fld>
            <a:endParaRPr lang="en-US" noProof="0" dirty="0"/>
          </a:p>
        </p:txBody>
      </p:sp>
      <p:sp>
        <p:nvSpPr>
          <p:cNvPr id="3" name="Content Placeholder 2"/>
          <p:cNvSpPr txBox="1">
            <a:spLocks/>
          </p:cNvSpPr>
          <p:nvPr/>
        </p:nvSpPr>
        <p:spPr>
          <a:xfrm>
            <a:off x="363416" y="748145"/>
            <a:ext cx="11465168" cy="5715062"/>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b="1" dirty="0">
                <a:solidFill>
                  <a:schemeClr val="accent1"/>
                </a:solidFill>
                <a:latin typeface="Palatino Linotype" panose="02040502050505030304" pitchFamily="18" charset="0"/>
              </a:rPr>
              <a:t>Sound Section – </a:t>
            </a:r>
            <a:r>
              <a:rPr lang="en-US" sz="2800" dirty="0">
                <a:latin typeface="Palatino Linotype" panose="02040502050505030304" pitchFamily="18" charset="0"/>
              </a:rPr>
              <a:t>Consists of sound IF (SIF) amplifier, FM detector, audio amplifier and loudspeaker. </a:t>
            </a:r>
          </a:p>
          <a:p>
            <a:pPr lvl="1" algn="just"/>
            <a:r>
              <a:rPr lang="en-US" sz="2600" dirty="0">
                <a:latin typeface="Palatino Linotype" panose="02040502050505030304" pitchFamily="18" charset="0"/>
              </a:rPr>
              <a:t>The FM detector detects the audio signal which is then amplified by audio amplifiers.</a:t>
            </a:r>
          </a:p>
          <a:p>
            <a:pPr lvl="1" algn="just"/>
            <a:r>
              <a:rPr lang="en-US" sz="2600" dirty="0">
                <a:latin typeface="Palatino Linotype" panose="02040502050505030304" pitchFamily="18" charset="0"/>
              </a:rPr>
              <a:t>The amplified signal goes to the loudspeaker which converts it into sound.</a:t>
            </a:r>
          </a:p>
          <a:p>
            <a:pPr lvl="1" algn="just"/>
            <a:r>
              <a:rPr lang="en-US" sz="2600" dirty="0">
                <a:latin typeface="Palatino Linotype" panose="02040502050505030304" pitchFamily="18" charset="0"/>
              </a:rPr>
              <a:t>Thus the original sound is reproduced.</a:t>
            </a:r>
          </a:p>
        </p:txBody>
      </p:sp>
    </p:spTree>
    <p:extLst>
      <p:ext uri="{BB962C8B-B14F-4D97-AF65-F5344CB8AC3E}">
        <p14:creationId xmlns:p14="http://schemas.microsoft.com/office/powerpoint/2010/main" val="10342727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11</a:t>
            </a:fld>
            <a:endParaRPr lang="en-US" noProof="0" dirty="0"/>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Colour TV Transmitter</a:t>
            </a:r>
          </a:p>
        </p:txBody>
      </p:sp>
      <p:pic>
        <p:nvPicPr>
          <p:cNvPr id="5" name="Picture 4"/>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363415" y="1644466"/>
            <a:ext cx="8620375" cy="4818741"/>
          </a:xfrm>
          <a:prstGeom prst="rect">
            <a:avLst/>
          </a:prstGeom>
        </p:spPr>
      </p:pic>
      <p:sp>
        <p:nvSpPr>
          <p:cNvPr id="6" name="Rectangle 5"/>
          <p:cNvSpPr/>
          <p:nvPr/>
        </p:nvSpPr>
        <p:spPr>
          <a:xfrm>
            <a:off x="9916656" y="3269006"/>
            <a:ext cx="1700379" cy="1569660"/>
          </a:xfrm>
          <a:prstGeom prst="rect">
            <a:avLst/>
          </a:prstGeom>
          <a:solidFill>
            <a:schemeClr val="accent4">
              <a:lumMod val="75000"/>
            </a:schemeClr>
          </a:solidFill>
        </p:spPr>
        <p:txBody>
          <a:bodyPr wrap="square">
            <a:spAutoFit/>
          </a:bodyPr>
          <a:lstStyle/>
          <a:p>
            <a:pPr algn="ctr"/>
            <a:r>
              <a:rPr lang="en-US" sz="2400" b="1" dirty="0"/>
              <a:t>Basic blocks of a Colour TV Transmitter</a:t>
            </a:r>
          </a:p>
        </p:txBody>
      </p:sp>
    </p:spTree>
    <p:extLst>
      <p:ext uri="{BB962C8B-B14F-4D97-AF65-F5344CB8AC3E}">
        <p14:creationId xmlns:p14="http://schemas.microsoft.com/office/powerpoint/2010/main" val="40063522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12</a:t>
            </a:fld>
            <a:endParaRPr lang="en-US" noProof="0" dirty="0"/>
          </a:p>
        </p:txBody>
      </p:sp>
      <p:sp>
        <p:nvSpPr>
          <p:cNvPr id="3" name="Content Placeholder 2"/>
          <p:cNvSpPr txBox="1">
            <a:spLocks/>
          </p:cNvSpPr>
          <p:nvPr/>
        </p:nvSpPr>
        <p:spPr>
          <a:xfrm>
            <a:off x="363416" y="748145"/>
            <a:ext cx="11465168" cy="5715062"/>
          </a:xfrm>
          <a:prstGeom prst="rect">
            <a:avLst/>
          </a:prstGeom>
        </p:spPr>
        <p:txBody>
          <a:bodyPr>
            <a:no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dirty="0">
                <a:latin typeface="Palatino Linotype" panose="02040502050505030304" pitchFamily="18" charset="0"/>
              </a:rPr>
              <a:t>For colour transmission, colours from a picture are separated into three primary colours (red, green and blue) with the help of prisms or dichroic mirrors and colour filters</a:t>
            </a:r>
          </a:p>
          <a:p>
            <a:pPr algn="just"/>
            <a:r>
              <a:rPr lang="en-US" sz="2800" dirty="0">
                <a:latin typeface="Palatino Linotype" panose="02040502050505030304" pitchFamily="18" charset="0"/>
              </a:rPr>
              <a:t>The brightness present in each colour is converted by </a:t>
            </a:r>
            <a:r>
              <a:rPr lang="en-US" sz="2800" b="1" dirty="0">
                <a:solidFill>
                  <a:schemeClr val="accent1"/>
                </a:solidFill>
                <a:latin typeface="Palatino Linotype" panose="02040502050505030304" pitchFamily="18" charset="0"/>
              </a:rPr>
              <a:t>colour camera </a:t>
            </a:r>
            <a:r>
              <a:rPr lang="en-US" sz="2800" dirty="0">
                <a:latin typeface="Palatino Linotype" panose="02040502050505030304" pitchFamily="18" charset="0"/>
              </a:rPr>
              <a:t>tubes into three electrical signals. </a:t>
            </a:r>
          </a:p>
          <a:p>
            <a:pPr algn="just"/>
            <a:r>
              <a:rPr lang="en-US" sz="2800" dirty="0">
                <a:latin typeface="Palatino Linotype" panose="02040502050505030304" pitchFamily="18" charset="0"/>
              </a:rPr>
              <a:t>The three colour signals are passed through a </a:t>
            </a:r>
            <a:r>
              <a:rPr lang="en-US" sz="2800" dirty="0">
                <a:solidFill>
                  <a:schemeClr val="accent1"/>
                </a:solidFill>
                <a:latin typeface="Palatino Linotype" panose="02040502050505030304" pitchFamily="18" charset="0"/>
              </a:rPr>
              <a:t>resistive matrix </a:t>
            </a:r>
            <a:r>
              <a:rPr lang="en-US" sz="2800" dirty="0">
                <a:latin typeface="Palatino Linotype" panose="02040502050505030304" pitchFamily="18" charset="0"/>
              </a:rPr>
              <a:t>to obtain resultant luminance signal (called Y signal), using </a:t>
            </a:r>
            <a:r>
              <a:rPr lang="en-US" sz="2800" dirty="0" err="1">
                <a:latin typeface="Palatino Linotype" panose="02040502050505030304" pitchFamily="18" charset="0"/>
              </a:rPr>
              <a:t>Grassman’s</a:t>
            </a:r>
            <a:r>
              <a:rPr lang="en-US" sz="2800" dirty="0">
                <a:latin typeface="Palatino Linotype" panose="02040502050505030304" pitchFamily="18" charset="0"/>
              </a:rPr>
              <a:t> law. </a:t>
            </a:r>
          </a:p>
          <a:p>
            <a:pPr algn="just"/>
            <a:r>
              <a:rPr lang="en-US" sz="2800" dirty="0">
                <a:latin typeface="Palatino Linotype" panose="02040502050505030304" pitchFamily="18" charset="0"/>
              </a:rPr>
              <a:t>Colour signals are sent in the form of </a:t>
            </a:r>
            <a:r>
              <a:rPr lang="en-US" sz="2800" b="1" dirty="0">
                <a:solidFill>
                  <a:schemeClr val="accent1"/>
                </a:solidFill>
                <a:latin typeface="Palatino Linotype" panose="02040502050505030304" pitchFamily="18" charset="0"/>
              </a:rPr>
              <a:t>colour difference signals</a:t>
            </a:r>
            <a:r>
              <a:rPr lang="en-US" sz="2800" dirty="0">
                <a:latin typeface="Palatino Linotype" panose="02040502050505030304" pitchFamily="18" charset="0"/>
              </a:rPr>
              <a:t>.</a:t>
            </a:r>
          </a:p>
          <a:p>
            <a:pPr algn="just"/>
            <a:r>
              <a:rPr lang="en-US" sz="2800" dirty="0">
                <a:latin typeface="Palatino Linotype" panose="02040502050505030304" pitchFamily="18" charset="0"/>
              </a:rPr>
              <a:t>A colour subcarrier (4.43 MHz in European system and 3.58 MHz in American system) is modulated by two colour difference signals (B -Y and R - Y), using  synchronous quadrature modulation. </a:t>
            </a:r>
          </a:p>
        </p:txBody>
      </p:sp>
    </p:spTree>
    <p:extLst>
      <p:ext uri="{BB962C8B-B14F-4D97-AF65-F5344CB8AC3E}">
        <p14:creationId xmlns:p14="http://schemas.microsoft.com/office/powerpoint/2010/main" val="31039298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13</a:t>
            </a:fld>
            <a:endParaRPr lang="en-US" noProof="0" dirty="0"/>
          </a:p>
        </p:txBody>
      </p:sp>
      <p:sp>
        <p:nvSpPr>
          <p:cNvPr id="3" name="Content Placeholder 2"/>
          <p:cNvSpPr txBox="1">
            <a:spLocks/>
          </p:cNvSpPr>
          <p:nvPr/>
        </p:nvSpPr>
        <p:spPr>
          <a:xfrm>
            <a:off x="363416" y="748145"/>
            <a:ext cx="11465168" cy="5715062"/>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dirty="0">
                <a:latin typeface="Palatino Linotype" panose="02040502050505030304" pitchFamily="18" charset="0"/>
              </a:rPr>
              <a:t>This is called </a:t>
            </a:r>
            <a:r>
              <a:rPr lang="en-US" sz="2800" b="1" dirty="0">
                <a:solidFill>
                  <a:schemeClr val="accent1"/>
                </a:solidFill>
                <a:latin typeface="Palatino Linotype" panose="02040502050505030304" pitchFamily="18" charset="0"/>
              </a:rPr>
              <a:t>colour encoder </a:t>
            </a:r>
            <a:r>
              <a:rPr lang="en-US" sz="2800" dirty="0">
                <a:latin typeface="Palatino Linotype" panose="02040502050505030304" pitchFamily="18" charset="0"/>
              </a:rPr>
              <a:t>and its output is called </a:t>
            </a:r>
            <a:r>
              <a:rPr lang="en-US" sz="2800" b="1" dirty="0">
                <a:solidFill>
                  <a:schemeClr val="accent1"/>
                </a:solidFill>
                <a:latin typeface="Palatino Linotype" panose="02040502050505030304" pitchFamily="18" charset="0"/>
              </a:rPr>
              <a:t>chroma signal </a:t>
            </a:r>
            <a:r>
              <a:rPr lang="en-US" sz="2800" dirty="0">
                <a:latin typeface="Palatino Linotype" panose="02040502050505030304" pitchFamily="18" charset="0"/>
              </a:rPr>
              <a:t>(or C signal).</a:t>
            </a:r>
          </a:p>
          <a:p>
            <a:pPr algn="just"/>
            <a:endParaRPr lang="en-US" sz="2800" dirty="0">
              <a:latin typeface="Palatino Linotype" panose="02040502050505030304" pitchFamily="18" charset="0"/>
            </a:endParaRPr>
          </a:p>
          <a:p>
            <a:pPr algn="just"/>
            <a:r>
              <a:rPr lang="en-US" sz="2800" dirty="0">
                <a:latin typeface="Palatino Linotype" panose="02040502050505030304" pitchFamily="18" charset="0"/>
              </a:rPr>
              <a:t>Then luminance signal Y and chroma signal C are </a:t>
            </a:r>
            <a:r>
              <a:rPr lang="en-US" sz="2800" b="1" dirty="0">
                <a:solidFill>
                  <a:schemeClr val="accent1"/>
                </a:solidFill>
                <a:latin typeface="Palatino Linotype" panose="02040502050505030304" pitchFamily="18" charset="0"/>
              </a:rPr>
              <a:t>added</a:t>
            </a:r>
            <a:r>
              <a:rPr lang="en-US" sz="2800" dirty="0">
                <a:latin typeface="Palatino Linotype" panose="02040502050505030304" pitchFamily="18" charset="0"/>
              </a:rPr>
              <a:t> and modulate the main video carrier signal, using </a:t>
            </a:r>
            <a:r>
              <a:rPr lang="en-US" sz="2800" b="1" dirty="0">
                <a:solidFill>
                  <a:schemeClr val="accent1"/>
                </a:solidFill>
                <a:latin typeface="Palatino Linotype" panose="02040502050505030304" pitchFamily="18" charset="0"/>
              </a:rPr>
              <a:t>AMVSB</a:t>
            </a:r>
            <a:r>
              <a:rPr lang="en-US" sz="2800" dirty="0">
                <a:latin typeface="Palatino Linotype" panose="02040502050505030304" pitchFamily="18" charset="0"/>
              </a:rPr>
              <a:t> technique. </a:t>
            </a:r>
          </a:p>
          <a:p>
            <a:pPr algn="just"/>
            <a:r>
              <a:rPr lang="en-US" sz="2800" dirty="0">
                <a:latin typeface="Palatino Linotype" panose="02040502050505030304" pitchFamily="18" charset="0"/>
              </a:rPr>
              <a:t>This modulated RF carrier is transmitted along with an audio modulated RF carrier through a common transmitting antenna with the help of a </a:t>
            </a:r>
            <a:r>
              <a:rPr lang="en-US" sz="2800" b="1" dirty="0">
                <a:solidFill>
                  <a:schemeClr val="accent1"/>
                </a:solidFill>
                <a:latin typeface="Palatino Linotype" panose="02040502050505030304" pitchFamily="18" charset="0"/>
              </a:rPr>
              <a:t>duplexer. </a:t>
            </a:r>
          </a:p>
        </p:txBody>
      </p:sp>
    </p:spTree>
    <p:extLst>
      <p:ext uri="{BB962C8B-B14F-4D97-AF65-F5344CB8AC3E}">
        <p14:creationId xmlns:p14="http://schemas.microsoft.com/office/powerpoint/2010/main" val="35441939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14</a:t>
            </a:fld>
            <a:endParaRPr lang="en-US" noProof="0" dirty="0"/>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Colour Receiver</a:t>
            </a:r>
          </a:p>
        </p:txBody>
      </p:sp>
      <p:pic>
        <p:nvPicPr>
          <p:cNvPr id="5" name="Picture 4"/>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737488" y="1534751"/>
            <a:ext cx="7885530" cy="4928456"/>
          </a:xfrm>
          <a:prstGeom prst="rect">
            <a:avLst/>
          </a:prstGeom>
        </p:spPr>
      </p:pic>
      <p:sp>
        <p:nvSpPr>
          <p:cNvPr id="6" name="Rectangle 5"/>
          <p:cNvSpPr/>
          <p:nvPr/>
        </p:nvSpPr>
        <p:spPr>
          <a:xfrm>
            <a:off x="9916656" y="3269006"/>
            <a:ext cx="1700379" cy="1200329"/>
          </a:xfrm>
          <a:prstGeom prst="rect">
            <a:avLst/>
          </a:prstGeom>
          <a:solidFill>
            <a:schemeClr val="accent4">
              <a:lumMod val="75000"/>
            </a:schemeClr>
          </a:solidFill>
        </p:spPr>
        <p:txBody>
          <a:bodyPr wrap="square">
            <a:spAutoFit/>
          </a:bodyPr>
          <a:lstStyle/>
          <a:p>
            <a:pPr algn="ctr"/>
            <a:r>
              <a:rPr lang="en-US" sz="2400" b="1" dirty="0"/>
              <a:t>Basic blocks of a Colour TV Receiver</a:t>
            </a:r>
          </a:p>
        </p:txBody>
      </p:sp>
    </p:spTree>
    <p:extLst>
      <p:ext uri="{BB962C8B-B14F-4D97-AF65-F5344CB8AC3E}">
        <p14:creationId xmlns:p14="http://schemas.microsoft.com/office/powerpoint/2010/main" val="37274160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15</a:t>
            </a:fld>
            <a:endParaRPr lang="en-US" noProof="0" dirty="0"/>
          </a:p>
        </p:txBody>
      </p:sp>
      <p:sp>
        <p:nvSpPr>
          <p:cNvPr id="3" name="Content Placeholder 2"/>
          <p:cNvSpPr txBox="1">
            <a:spLocks/>
          </p:cNvSpPr>
          <p:nvPr/>
        </p:nvSpPr>
        <p:spPr>
          <a:xfrm>
            <a:off x="363416" y="748144"/>
            <a:ext cx="11465168" cy="5964447"/>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b="1" dirty="0">
                <a:solidFill>
                  <a:schemeClr val="accent1"/>
                </a:solidFill>
                <a:latin typeface="Palatino Linotype" panose="02040502050505030304" pitchFamily="18" charset="0"/>
              </a:rPr>
              <a:t>A colour receiver </a:t>
            </a:r>
            <a:r>
              <a:rPr lang="en-US" sz="2800" dirty="0">
                <a:latin typeface="Palatino Linotype" panose="02040502050505030304" pitchFamily="18" charset="0"/>
              </a:rPr>
              <a:t>is a normal </a:t>
            </a:r>
            <a:r>
              <a:rPr lang="en-US" sz="2800" dirty="0" err="1">
                <a:latin typeface="Palatino Linotype" panose="02040502050505030304" pitchFamily="18" charset="0"/>
              </a:rPr>
              <a:t>superhetrodyne</a:t>
            </a:r>
            <a:r>
              <a:rPr lang="en-US" sz="2800" dirty="0">
                <a:latin typeface="Palatino Linotype" panose="02040502050505030304" pitchFamily="18" charset="0"/>
              </a:rPr>
              <a:t> receiver of the monochrome system up to video detector. </a:t>
            </a:r>
          </a:p>
          <a:p>
            <a:pPr algn="just"/>
            <a:r>
              <a:rPr lang="en-US" sz="2800" b="1" dirty="0">
                <a:solidFill>
                  <a:schemeClr val="accent1"/>
                </a:solidFill>
                <a:latin typeface="Palatino Linotype" panose="02040502050505030304" pitchFamily="18" charset="0"/>
              </a:rPr>
              <a:t>The detector </a:t>
            </a:r>
            <a:r>
              <a:rPr lang="en-US" sz="2800" dirty="0">
                <a:latin typeface="Palatino Linotype" panose="02040502050505030304" pitchFamily="18" charset="0"/>
              </a:rPr>
              <a:t>detects Y and C signals. In this section, the C signal is separated by a bandpass filter circuit, amplified, and then the basic colour difference signals (B-Y) and (R-Y), are decoded, using a synchronous quadrature detector.</a:t>
            </a:r>
          </a:p>
          <a:p>
            <a:pPr algn="just"/>
            <a:r>
              <a:rPr lang="en-US" sz="2800" dirty="0">
                <a:latin typeface="Palatino Linotype" panose="02040502050505030304" pitchFamily="18" charset="0"/>
              </a:rPr>
              <a:t>The third signal (G - Y) is obtained with the help of a </a:t>
            </a:r>
            <a:r>
              <a:rPr lang="en-US" sz="2800" b="1" dirty="0">
                <a:solidFill>
                  <a:schemeClr val="accent1"/>
                </a:solidFill>
                <a:latin typeface="Palatino Linotype" panose="02040502050505030304" pitchFamily="18" charset="0"/>
              </a:rPr>
              <a:t>resistive matrix</a:t>
            </a:r>
            <a:r>
              <a:rPr lang="en-US" sz="2800" dirty="0">
                <a:latin typeface="Palatino Linotype" panose="02040502050505030304" pitchFamily="18" charset="0"/>
              </a:rPr>
              <a:t>. </a:t>
            </a:r>
          </a:p>
          <a:p>
            <a:pPr algn="just"/>
            <a:r>
              <a:rPr lang="en-US" sz="2800" dirty="0">
                <a:latin typeface="Palatino Linotype" panose="02040502050505030304" pitchFamily="18" charset="0"/>
              </a:rPr>
              <a:t>Then Y signal is added to each of the colour difference signals to get original camera signals pertaining to red, green and blue colours.</a:t>
            </a:r>
          </a:p>
          <a:p>
            <a:pPr algn="just"/>
            <a:r>
              <a:rPr lang="en-US" sz="2800" dirty="0">
                <a:latin typeface="Palatino Linotype" panose="02040502050505030304" pitchFamily="18" charset="0"/>
              </a:rPr>
              <a:t>These three colour signals are converted into coloured lights by making phosphor elements of the colour picture tube glow red, green and blue for every pixel. </a:t>
            </a:r>
          </a:p>
        </p:txBody>
      </p:sp>
    </p:spTree>
    <p:extLst>
      <p:ext uri="{BB962C8B-B14F-4D97-AF65-F5344CB8AC3E}">
        <p14:creationId xmlns:p14="http://schemas.microsoft.com/office/powerpoint/2010/main" val="6721208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16</a:t>
            </a:fld>
            <a:endParaRPr lang="en-US" noProof="0" dirty="0"/>
          </a:p>
        </p:txBody>
      </p:sp>
      <p:sp>
        <p:nvSpPr>
          <p:cNvPr id="3" name="Content Placeholder 2"/>
          <p:cNvSpPr txBox="1">
            <a:spLocks/>
          </p:cNvSpPr>
          <p:nvPr/>
        </p:nvSpPr>
        <p:spPr>
          <a:xfrm>
            <a:off x="363416" y="748144"/>
            <a:ext cx="11465168" cy="5964447"/>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dirty="0">
                <a:latin typeface="Palatino Linotype" panose="02040502050505030304" pitchFamily="18" charset="0"/>
              </a:rPr>
              <a:t>The eye integrates these primary colours by additive mixing and sees the resultant original colour.</a:t>
            </a:r>
          </a:p>
          <a:p>
            <a:pPr algn="just"/>
            <a:r>
              <a:rPr lang="en-US" sz="2800" dirty="0">
                <a:latin typeface="Palatino Linotype" panose="02040502050505030304" pitchFamily="18" charset="0"/>
              </a:rPr>
              <a:t>Thus the coloured picture is produced on the screen of the picture tube.</a:t>
            </a:r>
          </a:p>
          <a:p>
            <a:pPr algn="just"/>
            <a:r>
              <a:rPr lang="en-US" sz="2800" dirty="0">
                <a:latin typeface="Palatino Linotype" panose="02040502050505030304" pitchFamily="18" charset="0"/>
              </a:rPr>
              <a:t>Sound is reproduced from the loudspeaker in the same manner as in case of a monochrome receiver.</a:t>
            </a:r>
          </a:p>
        </p:txBody>
      </p:sp>
    </p:spTree>
    <p:extLst>
      <p:ext uri="{BB962C8B-B14F-4D97-AF65-F5344CB8AC3E}">
        <p14:creationId xmlns:p14="http://schemas.microsoft.com/office/powerpoint/2010/main" val="825365981"/>
      </p:ext>
    </p:extLst>
  </p:cSld>
  <p:clrMapOvr>
    <a:masterClrMapping/>
  </p:clrMapOvr>
</p:sld>
</file>

<file path=ppt/theme/theme1.xml><?xml version="1.0" encoding="utf-8"?>
<a:theme xmlns:a="http://schemas.openxmlformats.org/drawingml/2006/main" name="Office Theme">
  <a:themeElements>
    <a:clrScheme name="Custom 12">
      <a:dk1>
        <a:sysClr val="windowText" lastClr="000000"/>
      </a:dk1>
      <a:lt1>
        <a:sysClr val="window" lastClr="FFFFFF"/>
      </a:lt1>
      <a:dk2>
        <a:srgbClr val="44546A"/>
      </a:dk2>
      <a:lt2>
        <a:srgbClr val="E7E6E6"/>
      </a:lt2>
      <a:accent1>
        <a:srgbClr val="7030A0"/>
      </a:accent1>
      <a:accent2>
        <a:srgbClr val="404040"/>
      </a:accent2>
      <a:accent3>
        <a:srgbClr val="7F7F7F"/>
      </a:accent3>
      <a:accent4>
        <a:srgbClr val="C7A2E3"/>
      </a:accent4>
      <a:accent5>
        <a:srgbClr val="48A1FA"/>
      </a:accent5>
      <a:accent6>
        <a:srgbClr val="70AD47"/>
      </a:accent6>
      <a:hlink>
        <a:srgbClr val="0563C1"/>
      </a:hlink>
      <a:folHlink>
        <a:srgbClr val="954F72"/>
      </a:folHlink>
    </a:clrScheme>
    <a:fontScheme name="Custom 6">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33468121_Coastal presentation_RVA_v5" id="{5B652A6C-03CB-4457-ADFC-1C5BB6605FEF}" vid="{F00112C4-F9F0-4BD0-BC95-5242C8B0F7A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2949B46-24C4-420B-AB49-DDC88FEB99B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30CE401-796E-4493-905E-4DDA5AF62AB4}">
  <ds:schemaRefs>
    <ds:schemaRef ds:uri="http://schemas.openxmlformats.org/package/2006/metadata/core-properties"/>
    <ds:schemaRef ds:uri="http://www.w3.org/XML/1998/namespace"/>
    <ds:schemaRef ds:uri="http://purl.org/dc/terms/"/>
    <ds:schemaRef ds:uri="http://purl.org/dc/dcmitype/"/>
    <ds:schemaRef ds:uri="http://schemas.microsoft.com/office/infopath/2007/PartnerControls"/>
    <ds:schemaRef ds:uri="http://purl.org/dc/elements/1.1/"/>
    <ds:schemaRef ds:uri="16c05727-aa75-4e4a-9b5f-8a80a1165891"/>
    <ds:schemaRef ds:uri="http://schemas.microsoft.com/office/2006/metadata/properties"/>
    <ds:schemaRef ds:uri="http://schemas.microsoft.com/office/2006/documentManagement/types"/>
    <ds:schemaRef ds:uri="71af3243-3dd4-4a8d-8c0d-dd76da1f02a5"/>
  </ds:schemaRefs>
</ds:datastoreItem>
</file>

<file path=customXml/itemProps3.xml><?xml version="1.0" encoding="utf-8"?>
<ds:datastoreItem xmlns:ds="http://schemas.openxmlformats.org/officeDocument/2006/customXml" ds:itemID="{0D46D58D-B27D-4B23-AEA1-AE974AB6221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Coastal presentation</Template>
  <TotalTime>0</TotalTime>
  <Words>1055</Words>
  <Application>Microsoft Office PowerPoint</Application>
  <PresentationFormat>Widescreen</PresentationFormat>
  <Paragraphs>74</Paragraphs>
  <Slides>16</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Palatino Linotype</vt:lpstr>
      <vt:lpstr>Office Theme</vt:lpstr>
      <vt:lpstr>LECTURE TWO (B): BASIC ELEMENTS OF TV</vt:lpstr>
      <vt:lpstr>Introduction</vt:lpstr>
      <vt:lpstr>Monochrome TV Transmitter</vt:lpstr>
      <vt:lpstr>PowerPoint Presentation</vt:lpstr>
      <vt:lpstr>PowerPoint Presentation</vt:lpstr>
      <vt:lpstr>PowerPoint Presentation</vt:lpstr>
      <vt:lpstr>Monochrome TV Receiver</vt:lpstr>
      <vt:lpstr>PowerPoint Presentation</vt:lpstr>
      <vt:lpstr>PowerPoint Presentation</vt:lpstr>
      <vt:lpstr>PowerPoint Presentation</vt:lpstr>
      <vt:lpstr>Colour TV Transmitter</vt:lpstr>
      <vt:lpstr>PowerPoint Presentation</vt:lpstr>
      <vt:lpstr>PowerPoint Presentation</vt:lpstr>
      <vt:lpstr>Colour Receiver</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2020-12-04T11:12:10Z</dcterms:created>
  <dcterms:modified xsi:type="dcterms:W3CDTF">2021-11-24T10:50:27Z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