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6" r:id="rId7"/>
    <p:sldId id="262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85F3B-2D41-4654-8074-900212DB3A7A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F0EDB-BFAA-4939-A610-FCB80BCE5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039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85F3B-2D41-4654-8074-900212DB3A7A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F0EDB-BFAA-4939-A610-FCB80BCE5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794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85F3B-2D41-4654-8074-900212DB3A7A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F0EDB-BFAA-4939-A610-FCB80BCE5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854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85F3B-2D41-4654-8074-900212DB3A7A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F0EDB-BFAA-4939-A610-FCB80BCE5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179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85F3B-2D41-4654-8074-900212DB3A7A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F0EDB-BFAA-4939-A610-FCB80BCE5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209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85F3B-2D41-4654-8074-900212DB3A7A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F0EDB-BFAA-4939-A610-FCB80BCE5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223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85F3B-2D41-4654-8074-900212DB3A7A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F0EDB-BFAA-4939-A610-FCB80BCE5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5164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85F3B-2D41-4654-8074-900212DB3A7A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F0EDB-BFAA-4939-A610-FCB80BCE5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995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85F3B-2D41-4654-8074-900212DB3A7A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F0EDB-BFAA-4939-A610-FCB80BCE5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048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85F3B-2D41-4654-8074-900212DB3A7A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F0EDB-BFAA-4939-A610-FCB80BCE5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9320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85F3B-2D41-4654-8074-900212DB3A7A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F0EDB-BFAA-4939-A610-FCB80BCE5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41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A85F3B-2D41-4654-8074-900212DB3A7A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BF0EDB-BFAA-4939-A610-FCB80BCE5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341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ET 8314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MICROWAVE ENGINEERING</a:t>
            </a:r>
          </a:p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BY CANDIDA MWISOMBA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2470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COURSE OUTLINE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Microwave Engineering: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Microwave Engineering, A Short History of Microwave Engineering, Maxwell‘s Equations, Fields in Media and Boundary Conditions, Fields at a General Material Interface, Fields at a Dielectric Interface, Fields at the Interface with a Perfect Conductor (Electric Wall), The Magnetic Wall Boundary Condition, The Radiation Condition.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4847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COURSE OUTLINE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Plane Wave Solutions: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Helmholtz Equation, Plane Waves in a Lossless Medium, Plane Waves in a General Lossy Medium, Plane Waves in a Good Conductor, General Plane Wave Solutions; Circularly Polarized Plane Waves, Energy and Power; Power Absorbed by a Good Conductor, Reciprocity Theorem &amp; Image Theory. 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Transmission Lines and Waveguides: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General Solutions for TEM Waves, TE Waves and TM Waves, , Parallel Plate Waveguide, Rectangular Waveguide, Circular Waveguide, Coaxial Line, Higher Order Modes, TE0n &amp; TEm0 Modes of a Partially Loaded Waveguide, Attenuation Due to Dielectric Loss, Wave Velocities and Dispersion; Phase velocity &amp; Group Velocity, Excitation of Waveguide, Aperture Coupling.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9348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COURSE OUTLINE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10789"/>
            <a:ext cx="10515600" cy="5212080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Microwave network analysis: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Impedance and Equivalent Voltages and Currents, The Concept of Impedance, Even and Odd Properties of Z(</a:t>
            </a:r>
            <a:r>
              <a:rPr lang="el-G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ω)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l-G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Γ(ω), 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Impedance and Admittance Matrices; Reciprocal Networks, Lossless Networks, Scattering Matrix, Transmission (ABCD) Matrix, Signal Flow Graphs, Modal Analysis of an H-Plane Step in Rectangular Waveguide.</a:t>
            </a:r>
          </a:p>
          <a:p>
            <a:pPr algn="just"/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Impedance matching and tuning using Smith Chart: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Matching with Lumped Elements (L Networks), Single-Stub Tuning, Double-Stub Tuning, The Quarter-Wave Transformer, Theory of Small Reflections, Binomial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Multisection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Matching Transformers,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Chebyshev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Multisection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Matching Transformers, Tapered Lines, Bode–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Fano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Criterion.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(Repeated in Electromagnetism)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3909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COURSE OUTLINE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Microwave resonators: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Transmission Line Resonators, Rectangular Waveguide Cavity Resonators, Circular Waveguide Cavity Resonators, Excitation of Resonators, Determining Unloaded Q from Two-Port Measurements, Cavity Perturbations. </a:t>
            </a:r>
          </a:p>
          <a:p>
            <a:pPr algn="just"/>
            <a:endParaRPr lang="en-US" dirty="0"/>
          </a:p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Passive microwave devices: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Power dividers, Directional couplers, Quadrature hybrids, SPST switches, Detectors, Attenuator, Terminations, Phase Shifters, Connectors and Adapters,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baluns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the slotted line,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striple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lines,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microstrips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Hybrid circuits, Waveguide &amp; Magic tees, Circulator, Isolator, Filters, Theory and Design of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Ferrimagnetic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Components.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5182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COURSE OUTLINE(Assignment topics)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Active microwave devices: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Microwave Bipolar, Heterojunction bipolar, JFET, MESFET , HEMT &amp; MOSFET transistors,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Schottky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PIN &amp;Tunnel diodes, Transferred electron devices diodes, Avalanche transit time devices, Vacuum tubes, Triodes, Klystrons, Travelling wave tubes, Magnetron, FWCFA, Amplitron,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Carcinotron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RFIC and micro-electromechanical system (MEMS) Technology, Monolithic microwave integrated circuits(MMICs), Hybrid microwave integrated circuits(HMICs). </a:t>
            </a:r>
          </a:p>
          <a:p>
            <a:pPr algn="just"/>
            <a:endParaRPr lang="en-US" dirty="0"/>
          </a:p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Microwave applications: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microwave Heating, Power Transfer, Biological Effects and Safety.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6045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ASSESSMENT METHODS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Assignment-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10 marks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(presentation)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Quiz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marks</a:t>
            </a:r>
          </a:p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 –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25 marks (</a:t>
            </a: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 </a:t>
            </a: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1-5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online and then Test </a:t>
            </a: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2- </a:t>
            </a: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paper based)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University Examinations- 60 marks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9428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Other issues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345474"/>
            <a:ext cx="10630989" cy="5159829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student will arrive on time to my lesson.(12:20 am on Mondays and 19:15 pm on Thursdays)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student will dress accordingly (Clothes and shoes)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student will have a proper hair style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student will </a:t>
            </a: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sign the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attendance in every class. Failure to attain 75% attendance shall lead to automatic failure of my subject.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student will attend all the assessments without fail. Incase of failure, official evidence shall be provided from the students HOD attesting to the validity of the excuse.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Luke 14:5 or Mt:12:11 (for the Sabbath excuse) 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 communication to me shall be through the CR.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4264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AOB’s…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 would like to hear from you…..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3093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659</Words>
  <Application>Microsoft Office PowerPoint</Application>
  <PresentationFormat>Widescreen</PresentationFormat>
  <Paragraphs>36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Office Theme</vt:lpstr>
      <vt:lpstr>ET 8314 </vt:lpstr>
      <vt:lpstr>COURSE OUTLINE</vt:lpstr>
      <vt:lpstr>COURSE OUTLINE</vt:lpstr>
      <vt:lpstr>COURSE OUTLINE</vt:lpstr>
      <vt:lpstr>COURSE OUTLINE</vt:lpstr>
      <vt:lpstr>COURSE OUTLINE(Assignment topics)</vt:lpstr>
      <vt:lpstr>ASSESSMENT METHODS</vt:lpstr>
      <vt:lpstr>Other issues</vt:lpstr>
      <vt:lpstr>AOB’s…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 8312</dc:title>
  <dc:creator>USER</dc:creator>
  <cp:lastModifiedBy>USER</cp:lastModifiedBy>
  <cp:revision>7</cp:revision>
  <dcterms:created xsi:type="dcterms:W3CDTF">2025-03-16T22:14:59Z</dcterms:created>
  <dcterms:modified xsi:type="dcterms:W3CDTF">2025-03-20T07:08:46Z</dcterms:modified>
</cp:coreProperties>
</file>