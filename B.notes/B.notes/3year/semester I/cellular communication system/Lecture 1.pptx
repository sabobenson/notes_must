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9"/>
  </p:notesMasterIdLst>
  <p:sldIdLst>
    <p:sldId id="258" r:id="rId2"/>
    <p:sldId id="259" r:id="rId3"/>
    <p:sldId id="261" r:id="rId4"/>
    <p:sldId id="339" r:id="rId5"/>
    <p:sldId id="263" r:id="rId6"/>
    <p:sldId id="340" r:id="rId7"/>
    <p:sldId id="34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6C375-1331-4077-A164-B2698903209D}" type="datetimeFigureOut">
              <a:rPr lang="en-US" smtClean="0"/>
              <a:pPr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240F-B9A3-49F6-ACAB-4558347DB19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8686800" cy="1472184"/>
          </a:xfrm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b="1" dirty="0" smtClean="0"/>
              <a:t>ET 8308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CELLULAR COMMUNICATION SYSTEM</a:t>
            </a: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1200" dirty="0"/>
              <a:t/>
            </a:r>
            <a:br>
              <a:rPr lang="en-GB" sz="1200" dirty="0"/>
            </a:b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05200"/>
            <a:ext cx="7406640" cy="1752600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Name: Joseph Sospeter Salawa</a:t>
            </a:r>
          </a:p>
          <a:p>
            <a:pPr algn="ctr"/>
            <a:r>
              <a:rPr lang="en-GB" dirty="0" smtClean="0"/>
              <a:t>Contacts: 0754556575</a:t>
            </a:r>
          </a:p>
          <a:p>
            <a:pPr algn="ctr"/>
            <a:r>
              <a:rPr lang="en-GB" dirty="0" smtClean="0"/>
              <a:t>Email: yusufujss@gmail.com</a:t>
            </a:r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smtClean="0"/>
              <a:t>Course Contents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GB" b="1" dirty="0" smtClean="0"/>
              <a:t>Introduction To Wireless Networking: </a:t>
            </a:r>
            <a:r>
              <a:rPr lang="en-GB" dirty="0" smtClean="0"/>
              <a:t>Introduction, Difference between wireless and fixed wireless networks, classification of wireless networks, development of wireless networks, traffic routing in wireless networks, challenges in wireless networks, </a:t>
            </a:r>
          </a:p>
          <a:p>
            <a:pPr>
              <a:lnSpc>
                <a:spcPct val="120000"/>
              </a:lnSpc>
            </a:pPr>
            <a:r>
              <a:rPr lang="en-GB" b="1" dirty="0" smtClean="0"/>
              <a:t>Media Access Techniques for Wireless Communication: </a:t>
            </a:r>
            <a:r>
              <a:rPr lang="en-GB" dirty="0" smtClean="0"/>
              <a:t>Contention based MAC Protocols, controlled access MAC Protocols, channelization MAC Protocols, performance comparison between different MAC protocols. 112 </a:t>
            </a:r>
          </a:p>
          <a:p>
            <a:pPr>
              <a:lnSpc>
                <a:spcPct val="120000"/>
              </a:lnSpc>
            </a:pPr>
            <a:r>
              <a:rPr lang="en-GB" b="1" dirty="0" smtClean="0"/>
              <a:t>Mobility management in wireless networks: </a:t>
            </a:r>
            <a:r>
              <a:rPr lang="en-GB" dirty="0" err="1" smtClean="0"/>
              <a:t>Redio</a:t>
            </a:r>
            <a:r>
              <a:rPr lang="en-GB" dirty="0" smtClean="0"/>
              <a:t> resource management, location management techniques, handover management techniques, location directories, challenges in mobility management. Wireless Technologies: Infrared LANs, Wireless Fidelity (</a:t>
            </a:r>
            <a:r>
              <a:rPr lang="en-GB" dirty="0" err="1" smtClean="0"/>
              <a:t>WiFi</a:t>
            </a:r>
            <a:r>
              <a:rPr lang="en-GB" dirty="0" smtClean="0"/>
              <a:t>), Radio Frequency Identification (</a:t>
            </a:r>
            <a:r>
              <a:rPr lang="en-GB" dirty="0" err="1" smtClean="0"/>
              <a:t>RFID</a:t>
            </a:r>
            <a:r>
              <a:rPr lang="en-GB" dirty="0" smtClean="0"/>
              <a:t>), Worldwide Interoperability for Microwave Access (WiMAX), Sensor Networks, Bluetooth, security measures in different wireless technologies, Simulation of wireless networks</a:t>
            </a:r>
            <a:r>
              <a:rPr lang="en-GB" b="1" dirty="0" smtClean="0"/>
              <a:t>. </a:t>
            </a:r>
            <a:endParaRPr lang="en-GB" b="1" dirty="0" smtClean="0"/>
          </a:p>
          <a:p>
            <a:pPr>
              <a:lnSpc>
                <a:spcPct val="120000"/>
              </a:lnSpc>
            </a:pPr>
            <a:r>
              <a:rPr lang="en-GB" b="1" dirty="0" smtClean="0"/>
              <a:t>Mobile </a:t>
            </a:r>
            <a:r>
              <a:rPr lang="en-GB" b="1" dirty="0" smtClean="0"/>
              <a:t>IP: </a:t>
            </a:r>
            <a:r>
              <a:rPr lang="en-GB" dirty="0" smtClean="0"/>
              <a:t>Mobile IP Architecture, Operation of mobile IP, Care-off address, Registration, </a:t>
            </a:r>
            <a:r>
              <a:rPr lang="en-GB" dirty="0" err="1" smtClean="0"/>
              <a:t>Tunneling</a:t>
            </a:r>
            <a:r>
              <a:rPr lang="en-GB" dirty="0" smtClean="0"/>
              <a:t>, Encapsulation, Home Agent and Foreign Agent, Mobile node and correspondent node, route optimization 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 OF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This module will be delivered by way of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Lectures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Tutorials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Assignments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/>
              <a:t>Group project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Assessment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Continuous Assessment – 40%</a:t>
            </a:r>
          </a:p>
          <a:p>
            <a:r>
              <a:rPr lang="en-GB" b="1" dirty="0" smtClean="0"/>
              <a:t>Semester Examination – 60%</a:t>
            </a:r>
            <a:endParaRPr lang="en-GB" sz="2000" dirty="0" smtClean="0"/>
          </a:p>
          <a:p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Table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765443"/>
          <a:ext cx="8382000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149600"/>
                <a:gridCol w="2794000"/>
              </a:tblGrid>
              <a:tr h="781121">
                <a:tc>
                  <a:txBody>
                    <a:bodyPr/>
                    <a:lstStyle/>
                    <a:p>
                      <a:r>
                        <a:rPr lang="en-GB" sz="4000" dirty="0" smtClean="0"/>
                        <a:t>DAY</a:t>
                      </a:r>
                      <a:endParaRPr lang="en-GB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/>
                        <a:t>TIME</a:t>
                      </a:r>
                      <a:endParaRPr lang="en-GB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/>
                        <a:t>VENUE</a:t>
                      </a:r>
                      <a:endParaRPr lang="en-GB" sz="4000" dirty="0"/>
                    </a:p>
                  </a:txBody>
                  <a:tcPr/>
                </a:tc>
              </a:tr>
              <a:tr h="1174679">
                <a:tc>
                  <a:txBody>
                    <a:bodyPr/>
                    <a:lstStyle/>
                    <a:p>
                      <a:r>
                        <a:rPr lang="en-GB" sz="4000" dirty="0" smtClean="0"/>
                        <a:t>THURSDAY</a:t>
                      </a:r>
                      <a:endParaRPr lang="en-GB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4000" dirty="0" smtClean="0"/>
                        <a:t>12:20 – 14:35</a:t>
                      </a:r>
                      <a:endParaRPr lang="en-GB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102 C</a:t>
                      </a:r>
                      <a:endParaRPr lang="en-GB" sz="3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Reference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867400"/>
          </a:xfrm>
        </p:spPr>
        <p:txBody>
          <a:bodyPr>
            <a:normAutofit/>
          </a:bodyPr>
          <a:lstStyle/>
          <a:p>
            <a:r>
              <a:rPr lang="en-GB" dirty="0" smtClean="0"/>
              <a:t>Matthew </a:t>
            </a:r>
            <a:r>
              <a:rPr lang="en-GB" dirty="0" smtClean="0"/>
              <a:t>G., (2002), Wireless Networks: The Definitive Guide, O'Reilly. </a:t>
            </a:r>
          </a:p>
          <a:p>
            <a:r>
              <a:rPr lang="en-GB" dirty="0" smtClean="0"/>
              <a:t>2. </a:t>
            </a:r>
            <a:r>
              <a:rPr lang="en-GB" dirty="0" err="1" smtClean="0"/>
              <a:t>Anand</a:t>
            </a:r>
            <a:r>
              <a:rPr lang="en-GB" dirty="0" smtClean="0"/>
              <a:t> R. P. and </a:t>
            </a:r>
            <a:r>
              <a:rPr lang="en-GB" dirty="0" err="1" smtClean="0"/>
              <a:t>Neeli</a:t>
            </a:r>
            <a:r>
              <a:rPr lang="en-GB" dirty="0" smtClean="0"/>
              <a:t> R. P., (2005), 802.11 </a:t>
            </a:r>
            <a:r>
              <a:rPr lang="en-GB" dirty="0" err="1" smtClean="0"/>
              <a:t>WLANs</a:t>
            </a:r>
            <a:r>
              <a:rPr lang="en-GB" dirty="0" smtClean="0"/>
              <a:t> and IP Networking: Security, QoS, and Mobility, </a:t>
            </a:r>
            <a:r>
              <a:rPr lang="en-GB" dirty="0" err="1" smtClean="0"/>
              <a:t>Artech</a:t>
            </a:r>
            <a:r>
              <a:rPr lang="en-GB" dirty="0" smtClean="0"/>
              <a:t> House, Boston. </a:t>
            </a:r>
          </a:p>
          <a:p>
            <a:r>
              <a:rPr lang="en-GB" dirty="0" smtClean="0"/>
              <a:t>3. Erik D., Stefan P., and Johan S. L., (2014), 4G: ―LTE/LTE-Advanced for Mobile Broadband, 2nd Ed. Elsevier. </a:t>
            </a:r>
          </a:p>
          <a:p>
            <a:r>
              <a:rPr lang="en-GB" dirty="0" smtClean="0"/>
              <a:t>4. Mohammad I., and </a:t>
            </a:r>
            <a:r>
              <a:rPr lang="en-GB" dirty="0" err="1" smtClean="0"/>
              <a:t>Syed</a:t>
            </a:r>
            <a:r>
              <a:rPr lang="en-GB" dirty="0" smtClean="0"/>
              <a:t> A., (2005), Handbook of Wireless Local Area Networks: Applications, Technology, Security, and Standards, CRC Press.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1979</TotalTime>
  <Words>332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ET 8308 CELLULAR COMMUNICATION SYSTEM  </vt:lpstr>
      <vt:lpstr>Course Contents</vt:lpstr>
      <vt:lpstr>MODE OF DELIVERY</vt:lpstr>
      <vt:lpstr>Assessment </vt:lpstr>
      <vt:lpstr>Time Table</vt:lpstr>
      <vt:lpstr>Reference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8301 DIGITAL ELECTRONICS</dc:title>
  <dc:creator>user</dc:creator>
  <cp:lastModifiedBy>Windows User</cp:lastModifiedBy>
  <cp:revision>63</cp:revision>
  <dcterms:created xsi:type="dcterms:W3CDTF">2006-08-16T00:00:00Z</dcterms:created>
  <dcterms:modified xsi:type="dcterms:W3CDTF">2024-11-12T06:01:30Z</dcterms:modified>
</cp:coreProperties>
</file>