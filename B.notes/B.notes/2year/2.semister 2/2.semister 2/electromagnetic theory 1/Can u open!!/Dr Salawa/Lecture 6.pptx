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956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MAGNETOSTATIC</a:t>
            </a:r>
            <a:r>
              <a:rPr lang="en-GB" dirty="0" smtClean="0"/>
              <a:t> FIELDS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i="1" dirty="0" err="1" smtClean="0">
                <a:solidFill>
                  <a:schemeClr val="hlink"/>
                </a:solidFill>
                <a:latin typeface="Times New Roman" pitchFamily="18" charset="0"/>
              </a:rPr>
              <a:t>Magnetostatics</a:t>
            </a:r>
            <a:r>
              <a:rPr lang="en-US" dirty="0" smtClean="0"/>
              <a:t> is the branch of </a:t>
            </a:r>
            <a:r>
              <a:rPr lang="en-US" dirty="0" err="1" smtClean="0"/>
              <a:t>electromagnetics</a:t>
            </a:r>
            <a:r>
              <a:rPr lang="en-US" dirty="0" smtClean="0"/>
              <a:t> dealing with the effects of electric charges in steady motion (</a:t>
            </a:r>
            <a:r>
              <a:rPr lang="en-US" dirty="0" err="1" smtClean="0"/>
              <a:t>i.e</a:t>
            </a:r>
            <a:r>
              <a:rPr lang="en-US" dirty="0" smtClean="0"/>
              <a:t>, steady current or DC).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dirty="0" smtClean="0"/>
              <a:t>There are two major laws governing </a:t>
            </a:r>
            <a:r>
              <a:rPr lang="en-GB" dirty="0" err="1" smtClean="0"/>
              <a:t>magnetostatic</a:t>
            </a:r>
            <a:r>
              <a:rPr lang="en-GB" dirty="0" smtClean="0"/>
              <a:t> fields: </a:t>
            </a:r>
          </a:p>
          <a:p>
            <a:pPr>
              <a:lnSpc>
                <a:spcPct val="200000"/>
              </a:lnSpc>
            </a:pPr>
            <a:r>
              <a:rPr lang="en-GB" dirty="0" smtClean="0"/>
              <a:t>(1) </a:t>
            </a:r>
            <a:r>
              <a:rPr lang="en-GB" dirty="0" err="1" smtClean="0"/>
              <a:t>Biot-Savart's</a:t>
            </a:r>
            <a:r>
              <a:rPr lang="en-GB" dirty="0" smtClean="0"/>
              <a:t> law</a:t>
            </a:r>
          </a:p>
          <a:p>
            <a:pPr>
              <a:lnSpc>
                <a:spcPct val="200000"/>
              </a:lnSpc>
            </a:pPr>
            <a:r>
              <a:rPr lang="en-GB" dirty="0" smtClean="0"/>
              <a:t>(2) Ampere's circuit law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BIOT-SAVART'S</a:t>
            </a:r>
            <a:r>
              <a:rPr lang="en-GB" b="1" dirty="0" smtClean="0"/>
              <a:t> LAW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GB" b="1" dirty="0" err="1" smtClean="0"/>
              <a:t>Biot-Savart's</a:t>
            </a:r>
            <a:r>
              <a:rPr lang="en-GB" b="1" dirty="0" smtClean="0"/>
              <a:t> law states that the magnetic field intensity </a:t>
            </a:r>
            <a:r>
              <a:rPr lang="en-GB" b="1" i="1" dirty="0" err="1" smtClean="0"/>
              <a:t>dH</a:t>
            </a:r>
            <a:r>
              <a:rPr lang="en-GB" b="1" i="1" dirty="0" smtClean="0"/>
              <a:t> produced at a point P</a:t>
            </a:r>
            <a:r>
              <a:rPr lang="en-GB" dirty="0" smtClean="0"/>
              <a:t> by the differential current clement </a:t>
            </a:r>
            <a:r>
              <a:rPr lang="en-GB" dirty="0" err="1" smtClean="0"/>
              <a:t>IdI</a:t>
            </a:r>
            <a:r>
              <a:rPr lang="en-GB" i="1" dirty="0" smtClean="0"/>
              <a:t> is proportional to the </a:t>
            </a:r>
            <a:r>
              <a:rPr lang="en-GB" dirty="0" smtClean="0"/>
              <a:t>product </a:t>
            </a:r>
            <a:r>
              <a:rPr lang="en-GB" dirty="0" err="1" smtClean="0"/>
              <a:t>I</a:t>
            </a:r>
            <a:r>
              <a:rPr lang="en-GB" i="1" dirty="0" err="1" smtClean="0"/>
              <a:t>dl</a:t>
            </a:r>
            <a:r>
              <a:rPr lang="en-GB" i="1" dirty="0" smtClean="0"/>
              <a:t> and the sine of the angle between the clement and the line joining P to </a:t>
            </a:r>
            <a:r>
              <a:rPr lang="en-GB" dirty="0" smtClean="0"/>
              <a:t>the element and is inversely proportional to the square of the distance </a:t>
            </a:r>
            <a:r>
              <a:rPr lang="en-GB" i="1" dirty="0" smtClean="0"/>
              <a:t>R between P </a:t>
            </a:r>
            <a:r>
              <a:rPr lang="en-GB" dirty="0" smtClean="0"/>
              <a:t>and the element.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where </a:t>
            </a:r>
            <a:r>
              <a:rPr lang="en-GB" i="1" dirty="0" smtClean="0"/>
              <a:t>k is the constant of proportionality. In SI units, k = l/4pi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28600"/>
            <a:ext cx="3200400" cy="274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5029200"/>
            <a:ext cx="2590800" cy="1167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876800"/>
            <a:ext cx="337297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" y="381000"/>
            <a:ext cx="398842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AMPERE'S CIRCUIT LAW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1" dirty="0" smtClean="0"/>
              <a:t>Ampere's circuit law states that the line integral of the tangential component of H </a:t>
            </a:r>
            <a:r>
              <a:rPr lang="en-GB" dirty="0" smtClean="0"/>
              <a:t>around a </a:t>
            </a:r>
            <a:r>
              <a:rPr lang="en-GB" i="1" dirty="0" smtClean="0"/>
              <a:t>closed path is the same as the net current enclosed by the path.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933043"/>
            <a:ext cx="2819400" cy="1543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 smtClean="0"/>
              <a:t>Ampere's law is similar to Gauss's law and it is easily applied to determine H when the current distribution is symmetrical.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962400"/>
            <a:ext cx="46101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MAGNETIC FLUX DENSITY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/>
            <a:r>
              <a:rPr lang="en-GB" dirty="0" smtClean="0"/>
              <a:t>The magnetic flux density B is similar to the electric flux density D. </a:t>
            </a:r>
          </a:p>
          <a:p>
            <a:pPr algn="just"/>
            <a:r>
              <a:rPr lang="en-GB" dirty="0" smtClean="0"/>
              <a:t>The magnetic flux density B is related to the magnetic field intensity H according to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The magnetic flux through a surface </a:t>
            </a:r>
            <a:r>
              <a:rPr lang="en-GB" i="1" dirty="0" smtClean="0"/>
              <a:t>S is given by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3657600"/>
            <a:ext cx="1473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5410200"/>
            <a:ext cx="1676400" cy="100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MAXWELL'S EQUATIONS FOR STATIC </a:t>
            </a:r>
            <a:r>
              <a:rPr lang="en-GB" b="1" dirty="0" err="1" smtClean="0"/>
              <a:t>EM</a:t>
            </a:r>
            <a:r>
              <a:rPr lang="en-GB" b="1" dirty="0" smtClean="0"/>
              <a:t> FIELDS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981200"/>
            <a:ext cx="8153400" cy="402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/>
          <a:lstStyle/>
          <a:p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227</Words>
  <Application>Microsoft Office PowerPoint</Application>
  <PresentationFormat>On-screen Show (4:3)</PresentationFormat>
  <Paragraphs>22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MAGNETOSTATIC FIELDS</vt:lpstr>
      <vt:lpstr>Slide 2</vt:lpstr>
      <vt:lpstr>Slide 3</vt:lpstr>
      <vt:lpstr>BIOT-SAVART'S LAW</vt:lpstr>
      <vt:lpstr>Slide 5</vt:lpstr>
      <vt:lpstr>AMPERE'S CIRCUIT LAW</vt:lpstr>
      <vt:lpstr>Slide 7</vt:lpstr>
      <vt:lpstr>MAGNETIC FLUX DENSITY</vt:lpstr>
      <vt:lpstr>MAXWELL'S EQUATIONS FOR STATIC EM FIELDS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MAGNETOSTATIC FIELDS</dc:title>
  <dc:creator>user</dc:creator>
  <cp:lastModifiedBy>Windows User</cp:lastModifiedBy>
  <cp:revision>8</cp:revision>
  <dcterms:created xsi:type="dcterms:W3CDTF">2006-08-16T00:00:00Z</dcterms:created>
  <dcterms:modified xsi:type="dcterms:W3CDTF">2024-01-09T06:53:06Z</dcterms:modified>
</cp:coreProperties>
</file>