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261" autoAdjust="0"/>
  </p:normalViewPr>
  <p:slideViewPr>
    <p:cSldViewPr snapToGrid="0">
      <p:cViewPr>
        <p:scale>
          <a:sx n="60" d="100"/>
          <a:sy n="60" d="100"/>
        </p:scale>
        <p:origin x="916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8AC9-2822-4214-9469-62C4CB4573E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42F46-AB7C-4275-BD4D-9D1BC088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2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4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4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8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Noise</a:t>
            </a:r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, Interference and Grounding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By </a:t>
            </a:r>
          </a:p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Candida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Nakida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Mwisomba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Noise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916"/>
            <a:ext cx="10515600" cy="4800047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We discussed about error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sources that arise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during 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measurement process of sensing the value of a physical variable and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generating an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output signal.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However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further errors are often created in measurement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systems when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electrical signals from measurement sensors and transducers are corrupted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by induced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noise.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This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induced noise arises both within the measurement circuit itself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also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during the transmission of measurement signals to remote points.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Noise voltages can exist either in serial mode or common mode forms. Serial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mode noise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voltages act in series with the output voltage from a measurement sensor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or transducer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which can cause very significant errors in the output measurement signal.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74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Noise…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 extent to which series mode noise corrupts measurement signals is measured by a quantity known as the signal-to-noise ratio. </a:t>
                </a:r>
              </a:p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defined as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Where;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Voltage level of the signa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l</a:t>
                </a:r>
              </a:p>
              <a:p>
                <a:pPr marL="0" indent="0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Voltage level of noise</a:t>
                </a: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701" y="3277698"/>
            <a:ext cx="5649880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4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Noise…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Common mode noise voltages are less serious, because they cause the potential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of both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sides of a signal circuit to be raised by the same level, and thus the level of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output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measurement signal is unchanged.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However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common mode voltages do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have to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be considered carefully, since they can be converted into series mode voltages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certain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circumstances.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Noise can be generated from sources both external and internal to the measurement system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Therefore Noise is the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undesired electrical signal that is present apart from the measured quantity.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57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noise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White Noise</a:t>
            </a:r>
          </a:p>
          <a:p>
            <a:pPr marL="0" indent="0">
              <a:buNone/>
            </a:pP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Eg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: Thermal and Shot Noise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Pink Noise</a:t>
            </a:r>
          </a:p>
          <a:p>
            <a:pPr marL="0" indent="0">
              <a:buNone/>
            </a:pP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Eg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: Flicker and Burst Noise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Atmospheric Noise</a:t>
            </a:r>
          </a:p>
          <a:p>
            <a:pPr marL="0" indent="0">
              <a:buNone/>
            </a:pP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Eg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: Lightening and EM radiations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82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noise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Thermal noise is generated by the random motion of free electrons in a conductor resulting from thermal agitation.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magnitude of the motion is proportional to the temperature of the conductor.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random motion of the electrons constitutes a random current in the conductor and thus a random noise voltage appears across its terminals.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52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noise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181"/>
            <a:ext cx="10515600" cy="4778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Shot noise normally occurs when there is a potential barrier (voltage differential). PN junction diode is an example that has potential barrier. When the electrons and holes cross the barrier, shot noise is produced.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example, a diode, a transistor, and vacuum tube will all produce Shot noise. On the other hand, a resistor normally does not produce Shot noise since there is no potential barrier built within a resistor.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Current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flowing through a resistor will not exhibit any fluctuations. However, current flowing through a diode produces small fluctuations.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This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due to electrons (in turn, the charge) arriving in quanta, one electron at a time. The current flow is not continuous, but limited by the quantum of the electron charges.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08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73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Techniques for reducing measurement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noise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181"/>
            <a:ext cx="10515600" cy="4778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Location and design of signal wires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Earthing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Shielding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2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7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7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????</a:t>
            </a:r>
            <a:endParaRPr 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67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</TotalTime>
  <Words>499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Cambria Math</vt:lpstr>
      <vt:lpstr>Office Theme</vt:lpstr>
      <vt:lpstr>Noise, Interference and Grounding</vt:lpstr>
      <vt:lpstr>Noise</vt:lpstr>
      <vt:lpstr>Noise…</vt:lpstr>
      <vt:lpstr>Noise…</vt:lpstr>
      <vt:lpstr>Types of noise</vt:lpstr>
      <vt:lpstr>Types of noise</vt:lpstr>
      <vt:lpstr>Types of noise</vt:lpstr>
      <vt:lpstr>Techniques for reducing measurement noise</vt:lpstr>
      <vt:lpstr>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Measurement Errors</dc:title>
  <dc:creator>hp</dc:creator>
  <cp:lastModifiedBy>hp</cp:lastModifiedBy>
  <cp:revision>60</cp:revision>
  <dcterms:created xsi:type="dcterms:W3CDTF">2021-11-17T12:12:52Z</dcterms:created>
  <dcterms:modified xsi:type="dcterms:W3CDTF">2021-12-06T20:05:40Z</dcterms:modified>
</cp:coreProperties>
</file>