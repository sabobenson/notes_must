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55CE-9E12-4184-2ECD-DB70FE9FE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896BF-69EE-8CB3-D607-FB4D3B6A4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3ECE-ED47-FA50-C265-6799DCE9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B0E41-9070-7F06-026B-0A2CC551A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F1BA8-A997-660C-D64E-779EC43D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02250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5426-82AD-9FF3-AD8F-9509CA54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5092-EA54-0008-2896-909C0CD78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0018B-A722-EC27-2874-4432F640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20AF2-0F59-2D94-45C7-7829FE02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CDC07-A433-D165-1AB0-C42B042F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749448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46BB-254A-73AD-B92A-5CC1990B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8CEC3-13C4-1BB3-3358-78CCC1EB8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3C125-F57F-466F-DBA3-B9E70AEF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7FB22-7B93-704D-6063-8C203612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1669F-34AB-05E1-4617-4AA872BB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70187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A42F-1E9C-F1B0-96BC-5F14327E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EEEA1-646C-DEC9-0C3E-F7C993F89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B2807-9FD5-6FEF-990B-029102D19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3E004-E492-6BCB-389E-240847C4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6638F-D541-03FB-49E7-467BD9928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AF708-0C11-D651-3A61-1ABEC3CF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41393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D724-9876-4A38-8766-5963D281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97596-F2AD-C166-A532-E80C8E55F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7D1F6-67A9-ABB1-2CFA-41D62411E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CD641-3DCC-97A7-F67C-9C16E5FCB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4B6074-AC94-8F91-160D-26DB48093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15DFA9-F703-B845-7485-04361E3C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BC679-E64E-5FC2-CB45-4E1CA59B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10044-B4DE-8F8D-A732-5D144E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74729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6237-C384-EF9C-47DF-2487B02A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E67FA-66EE-3B6D-3811-E185950F8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8E729-2059-8779-C931-DF7FBECE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BB799-E9A0-5569-4ACB-2442C0F5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96865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303A1-F1F1-9637-057F-58370F34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ABEB7-B9A1-7174-8B30-53881A47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084C8-B3F1-DEF9-8BEF-58288B67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943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B073-DF10-853A-4B5F-DCE22A8D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5FC3-B95D-757B-7E62-8F12BFF15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2997E-DDD1-FFD1-D4B3-AE2073DED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A3A89-D348-19D6-FD39-2F60625D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6FE30-C9FD-8C48-362A-B7B41F50E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C2E44-3F6C-2FDC-83AF-384A10CB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58032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FDA5-100B-7D47-4CC1-6AEE9DAF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8DB72-D0C8-223F-1FB6-8BECD7265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F08AC-BD0E-2627-E72D-EF2B0BB47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9378D-38F5-9C93-1800-63D1C361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35783-2BEE-E13F-5A87-D0B25938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28BB9-03FF-D505-8032-D347DC15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29595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77AF-5E5E-C0C7-0FA5-1CFBDC3F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16BEF-7494-FB70-DADB-355287B70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2597-FE5C-D6A6-B4F1-6D311557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2DAAE-4D75-CA4E-9FB5-E5A565A9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4471F-CAE6-D100-359D-E36D2CB2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1021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03230-76BF-5F4E-30A5-F254E7CD0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B4625-1ED3-D9D8-7C79-241E55685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A61AD-7227-BE67-356F-4C446C01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34F51-6BE4-BC71-0C65-1D6F4E43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6D1A3-F0D2-BFC5-1A08-619B001B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34666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A3121-FBB8-BDA2-41E2-28A6441B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20EBD-9603-DDC9-8C9D-B95C071D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FC396-E7C9-59E2-9BC2-1585B2785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4CF16-83BD-42E5-8854-C334173074E2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46D60-AC2C-8AAC-D525-9DBEC7DC2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1A66-9722-5E4A-06D4-7DDEEE4A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FE4BF-F713-4C90-9F16-427C8852884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1203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C9C4-F803-57E9-3C04-CA153DC9E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853" y="609600"/>
            <a:ext cx="10876547" cy="17004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PROFESSIONAL ETHICS AND CONDUCT </a:t>
            </a:r>
            <a:endParaRPr lang="en-T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89804-B84C-A2D6-2184-C7DF18815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853" y="2679033"/>
            <a:ext cx="10555705" cy="3914272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3600" b="1" dirty="0"/>
              <a:t>Course Objectives</a:t>
            </a:r>
            <a:r>
              <a:rPr lang="en-US" sz="3600" dirty="0"/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/>
              <a:t>Understand and apply core ethical theories.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/>
              <a:t>Explore the role of ethics in professional contexts.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/>
              <a:t>Examine relevant laws and professional standards.</a:t>
            </a:r>
          </a:p>
          <a:p>
            <a:pPr algn="l"/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98387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758B-F73C-9F4A-842F-725810F3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063"/>
            <a:ext cx="10515600" cy="53909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Key Topics Covered</a:t>
            </a:r>
            <a:r>
              <a:rPr lang="en-US" sz="3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Ethical theories: Utilitarianism, deontology, egoism.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Professional ethics and responsibilities.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Legislation on data protection, privacy, intellectual property, and safety.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83265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38C7-929F-4C79-7139-205F411B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Ethics?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D3D40-E6C9-2741-DB98-4FB2965E7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study of moral principles that govern behavior or the conduct of an activity.“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Key Elements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Principles</a:t>
            </a:r>
            <a:r>
              <a:rPr lang="en-US" dirty="0"/>
              <a:t>: Standards or rules that guide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Morality</a:t>
            </a:r>
            <a:r>
              <a:rPr lang="en-US" dirty="0"/>
              <a:t>: Personal or societal standards of what is right and wrong.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Decision-Making</a:t>
            </a:r>
            <a:r>
              <a:rPr lang="en-US" dirty="0"/>
              <a:t>: Ethics guides choices, especially in dilemmas where “right” and “wrong” aren’t clear.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58949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18BA7-EBB2-7994-59BB-7DE25BE0C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0442"/>
            <a:ext cx="10515600" cy="52465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Why Ethics Matters:</a:t>
            </a:r>
            <a:endParaRPr lang="en-US" dirty="0"/>
          </a:p>
          <a:p>
            <a:r>
              <a:rPr lang="en-US" dirty="0"/>
              <a:t>    Provides a framework for evaluating actions.</a:t>
            </a:r>
          </a:p>
          <a:p>
            <a:r>
              <a:rPr lang="en-US" dirty="0"/>
              <a:t>    Helps in understanding and respecting diverse values and beliefs.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Core Questions in Ethics:</a:t>
            </a:r>
            <a:endParaRPr lang="en-US" dirty="0"/>
          </a:p>
          <a:p>
            <a:r>
              <a:rPr lang="en-US" dirty="0"/>
              <a:t>    What is right vs. wrong?</a:t>
            </a:r>
          </a:p>
          <a:p>
            <a:r>
              <a:rPr lang="en-US" dirty="0"/>
              <a:t>    What obligations do we have to others?</a:t>
            </a:r>
          </a:p>
          <a:p>
            <a:r>
              <a:rPr lang="en-US" dirty="0"/>
              <a:t>    How should individuals and organizations act responsibly?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98469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88427-FA9B-48AB-FF05-C73DEFE4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Ethics in Professional Life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3FD3-F1C9-03ED-A6BE-72580458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b="1" dirty="0"/>
              <a:t>Ethical Decision-Making:</a:t>
            </a:r>
          </a:p>
          <a:p>
            <a:r>
              <a:rPr lang="en-US" dirty="0"/>
              <a:t>Balancing personal and organizational values.</a:t>
            </a:r>
          </a:p>
          <a:p>
            <a:r>
              <a:rPr lang="en-US" dirty="0"/>
              <a:t>Making choices that consider the well-being of others.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b="1" dirty="0"/>
              <a:t>Building Trust and Integrity</a:t>
            </a:r>
            <a:r>
              <a:rPr lang="en-GB" dirty="0"/>
              <a:t>:</a:t>
            </a:r>
          </a:p>
          <a:p>
            <a:r>
              <a:rPr lang="en-US" dirty="0"/>
              <a:t>Ethical behavior builds reputation, trustworthiness, and integrity.</a:t>
            </a:r>
          </a:p>
          <a:p>
            <a:r>
              <a:rPr lang="en-US" dirty="0"/>
              <a:t>Trust in professional environments fosters collaboration, reliability, and long-term success.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3524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8FB0-2931-DA7E-47A2-7B92DB9C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864"/>
          </a:xfrm>
        </p:spPr>
        <p:txBody>
          <a:bodyPr/>
          <a:lstStyle/>
          <a:p>
            <a:r>
              <a:rPr lang="en-GB" dirty="0"/>
              <a:t>Basic Ethical Terms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4618-2BA0-DD56-8CD6-41600EF9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5" y="1138990"/>
            <a:ext cx="11229474" cy="5181599"/>
          </a:xfrm>
        </p:spPr>
        <p:txBody>
          <a:bodyPr>
            <a:normAutofit/>
          </a:bodyPr>
          <a:lstStyle/>
          <a:p>
            <a:r>
              <a:rPr lang="en-US" sz="3600" dirty="0"/>
              <a:t>Morality: The principles concerning the distinction between right and wrong behavior, often shaped by culture, religion, and personal beliefs.</a:t>
            </a:r>
          </a:p>
          <a:p>
            <a:r>
              <a:rPr lang="en-US" sz="3600" dirty="0"/>
              <a:t>Values: Core beliefs or standards that guide behavior; they can be personal or shared by a community or organization.</a:t>
            </a:r>
          </a:p>
          <a:p>
            <a:r>
              <a:rPr lang="en-US" sz="3600" dirty="0"/>
              <a:t>Norms: Accepted standards of behavior within a specific group or society (e.g., norms in workplace conduct).</a:t>
            </a:r>
            <a:endParaRPr lang="en-TZ" sz="3600" dirty="0"/>
          </a:p>
        </p:txBody>
      </p:sp>
    </p:spTree>
    <p:extLst>
      <p:ext uri="{BB962C8B-B14F-4D97-AF65-F5344CB8AC3E}">
        <p14:creationId xmlns:p14="http://schemas.microsoft.com/office/powerpoint/2010/main" val="122686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3572-0DEA-4CC7-6445-CA3FAFD7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Ethical Dilemmas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4D273-D6D6-3730-F7BE-960CB8920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2" y="1825625"/>
            <a:ext cx="11454063" cy="4351338"/>
          </a:xfrm>
        </p:spPr>
        <p:txBody>
          <a:bodyPr/>
          <a:lstStyle/>
          <a:p>
            <a:r>
              <a:rPr lang="en-US" dirty="0"/>
              <a:t>Situations where two or more values or principles conflict.</a:t>
            </a:r>
          </a:p>
          <a:p>
            <a:r>
              <a:rPr lang="en-US" dirty="0"/>
              <a:t>Require careful decision-making to choose the “lesser evil” or prioritize certain values over others.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Examples of Ethical Dilemmas:</a:t>
            </a:r>
          </a:p>
          <a:p>
            <a:r>
              <a:rPr lang="en-US" dirty="0"/>
              <a:t>    Conflicts between honesty and loyalty.</a:t>
            </a:r>
          </a:p>
          <a:p>
            <a:r>
              <a:rPr lang="en-US" dirty="0"/>
              <a:t>    Balancing confidentiality with the need to disclose information for safety.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0975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5FF5-78FA-7556-9325-9091A533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and Discussion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AEF86-D3B0-1E13-A0E1-C13A21641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the role of ethics in professional and personal life?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values influence ethical decision-making?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Think of a personal or professional situation where they faced an ethical choice. What values influenced their decision? Were there any conflicts?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24141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F91B5-9D6A-8E1A-2499-8BD6C861C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9389"/>
            <a:ext cx="10515600" cy="56475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SUMMARY</a:t>
            </a:r>
          </a:p>
          <a:p>
            <a:r>
              <a:rPr lang="en-US" dirty="0"/>
              <a:t>Key ethical terms, the role of ethics in decision-making, and how values shape professional conduct.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ASSIGNMENT</a:t>
            </a:r>
          </a:p>
          <a:p>
            <a:pPr marL="0" indent="0">
              <a:buNone/>
            </a:pPr>
            <a:r>
              <a:rPr lang="en-US" dirty="0"/>
              <a:t>Consider your own  case </a:t>
            </a:r>
            <a:r>
              <a:rPr lang="en-US"/>
              <a:t>in your </a:t>
            </a:r>
            <a:r>
              <a:rPr lang="en-US" dirty="0"/>
              <a:t>intended field where ethical decisions had major consequences and prepare to discuss in the next class.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94517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445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PROFESSIONAL ETHICS AND CONDUCT </vt:lpstr>
      <vt:lpstr>PowerPoint Presentation</vt:lpstr>
      <vt:lpstr>What is Ethics?</vt:lpstr>
      <vt:lpstr>PowerPoint Presentation</vt:lpstr>
      <vt:lpstr>Importance of Ethics in Professional Life</vt:lpstr>
      <vt:lpstr>Basic Ethical Terms</vt:lpstr>
      <vt:lpstr>Ethical Dilemmas</vt:lpstr>
      <vt:lpstr>Questions and Discussion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DR.MRINDOKO</dc:creator>
  <cp:lastModifiedBy>DR.MRINDOKO</cp:lastModifiedBy>
  <cp:revision>3</cp:revision>
  <dcterms:created xsi:type="dcterms:W3CDTF">2024-11-10T06:42:01Z</dcterms:created>
  <dcterms:modified xsi:type="dcterms:W3CDTF">2024-11-10T07:16:29Z</dcterms:modified>
</cp:coreProperties>
</file>