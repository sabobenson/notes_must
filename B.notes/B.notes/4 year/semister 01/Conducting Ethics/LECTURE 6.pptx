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AF6F2-6B7A-46DC-8B5C-FF237D25092A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6CC63-729E-470E-AB49-CE8E8E23090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8069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6CC63-729E-470E-AB49-CE8E8E230903}" type="slidenum">
              <a:rPr lang="en-TZ" smtClean="0"/>
              <a:t>12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70547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548-53F3-E53F-76A8-F457B1ECC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31FFB-933A-BD1B-FE16-84F1F5DD9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73B-7658-7529-330A-1275169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52FA-C257-1744-D24B-E408FBF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B47-265A-F83D-7E31-0D66645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286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EA89-758C-8D1F-DC0D-B794C65E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BD0F-CBC5-6709-CCD0-290AEA73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06E4-CF7E-040A-873E-6A86D18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FE31-BED0-EE70-9C37-4EA31DB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A145-39CF-C8FA-4933-68ADCF46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837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C5A-68B5-AEA4-0F0C-1FD87706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62CB9-AB41-8D21-73A1-B4D7D873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E8BF-9033-E428-CFD2-54BCBFBC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9438-19B5-DF01-D93C-B07A5D4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39F0-FB02-B709-9644-25594F4A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229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6CA2-B7D2-E60C-527D-C47A4DC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602-0F01-05AB-0AE6-58DF0B4C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FD0E-6EB6-DD6A-F4C8-74B40818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63E-1C13-AD14-F26C-A3D3BC2C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B567-4DDC-A1D4-7121-2825A88F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44F5-C8C5-5057-5F81-A924069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2551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E0C-A4A1-8934-59CE-2A05800E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30DC-8FE2-F49F-2540-EF049007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DDDE0-88FE-B3B7-68FB-C766F70C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742D9-11E8-7C8A-BE4A-8457B20CA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0C2D7-0D71-5A71-0320-E2DDB1BE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D6095-FB35-329D-BEEB-0B07FCC0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8DFB6-3646-1F14-4442-5CBF7819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4EFFE-3FC7-26DC-5A1B-23FF83AF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124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57D-7F35-B6B7-EC4A-49FD8D06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ADD1-113B-ABAA-81F4-C7EC0287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CD3-286C-030F-1B57-A470732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96E8-3740-0A85-1945-CDBBE76A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981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4EA5F-A7D1-EE0A-00E7-48C62E16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9B27-3521-8BDE-38D5-3BE1F3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DB34-75BF-4494-0B98-53C8940E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832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C4D-9115-A7C3-7091-EF4998FF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4B26-619C-75FD-AB91-39C7254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6981-F13A-BE80-545E-0CF8ED9A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F1A3-8DDA-F52C-C04F-4AB0DBB4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E0F8-E180-9A67-EAA8-AE91E8A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504BE-A7ED-E947-77C3-B09E69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187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3454-AEEF-C6CB-A6A8-D48FCEC6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818BF-A751-EBF3-C1E8-CEDF3F27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9DC13-7465-D345-710C-A534996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BC1A-56F2-0190-2C64-31F7E17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30FD-9B56-4529-3781-81286E2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A0D29-DE83-230E-F8DA-34DAE09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24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E3B-8671-D311-8264-668A1B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1584-19CB-4FE6-CCA2-5E2D28CC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CC85-918D-7B3D-190F-23A226E0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9463-69C6-3F20-CDC5-97294918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883-1418-B612-3AE5-DF2E6DF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328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59444-2CEF-7773-2173-8654E76BB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4A41-E418-B53C-8D02-C7F7D829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02E7-3657-AA69-064E-219FBDC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DBF0-0C34-2E65-EF8E-14730CDC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FCFB-C3E5-FE18-F454-8FD6B10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83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13BE-6672-8EAB-3974-52ACFAA9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B4C3-3AEC-C5AE-0036-9D1BB279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5C97-5EAA-4FF8-6514-C43329E6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561C-00AC-4A2C-9056-EA89ABAB437B}" type="datetimeFigureOut">
              <a:rPr lang="en-TZ" smtClean="0"/>
              <a:t>06/01/2025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EEC7-18B1-4954-6FFA-C47DC1B48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7BC7-7AD9-5992-DC79-C3CE617AA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02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E5D1-B86F-9AFF-FF09-DA6C1C8C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6800"/>
            <a:ext cx="9144000" cy="4639733"/>
          </a:xfrm>
        </p:spPr>
        <p:txBody>
          <a:bodyPr>
            <a:normAutofit/>
          </a:bodyPr>
          <a:lstStyle/>
          <a:p>
            <a:r>
              <a:rPr lang="en-US" dirty="0"/>
              <a:t>Health and Safety Legislation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Ensuring Safety in Workplaces and Public Spaces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5224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187A-4A10-E3EC-208F-51F448C2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65126"/>
            <a:ext cx="11099800" cy="972608"/>
          </a:xfrm>
        </p:spPr>
        <p:txBody>
          <a:bodyPr>
            <a:normAutofit/>
          </a:bodyPr>
          <a:lstStyle/>
          <a:p>
            <a:r>
              <a:rPr lang="en-US" dirty="0"/>
              <a:t>What is Health and Safety Legislation?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67CC-F30F-8660-9DF5-D91B9144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37734"/>
            <a:ext cx="11938000" cy="52831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Definition: Laws and regulations designed to protect the health, safety, and welfare of individuals at work or in public spaces.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Purpose: Prevent accidents, injuries, and illnesses.</a:t>
            </a:r>
            <a:endParaRPr lang="en-TZ" sz="4000" dirty="0"/>
          </a:p>
        </p:txBody>
      </p:sp>
    </p:spTree>
    <p:extLst>
      <p:ext uri="{BB962C8B-B14F-4D97-AF65-F5344CB8AC3E}">
        <p14:creationId xmlns:p14="http://schemas.microsoft.com/office/powerpoint/2010/main" val="236345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C1F8-6AB5-A8A4-DF98-153E36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55" y="122099"/>
            <a:ext cx="12031579" cy="63687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Objectives of Health and Safety Legislation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Protect workers and the public from harm.</a:t>
            </a:r>
          </a:p>
          <a:p>
            <a:r>
              <a:rPr lang="en-US" sz="4000" dirty="0"/>
              <a:t>Ensure safe working environments.</a:t>
            </a:r>
          </a:p>
          <a:p>
            <a:r>
              <a:rPr lang="en-US" sz="4000" dirty="0"/>
              <a:t>Define responsibilities of employers and employees.</a:t>
            </a:r>
            <a:endParaRPr lang="en-TZ" sz="4000" dirty="0"/>
          </a:p>
        </p:txBody>
      </p:sp>
    </p:spTree>
    <p:extLst>
      <p:ext uri="{BB962C8B-B14F-4D97-AF65-F5344CB8AC3E}">
        <p14:creationId xmlns:p14="http://schemas.microsoft.com/office/powerpoint/2010/main" val="379397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644-2E88-4E17-A152-7BC6F205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385011"/>
            <a:ext cx="11614484" cy="61922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Key Components of Health and Safety Legislation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Risk Assessment: Identifying and mitigating workplace hazards.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Training: Educating employees on safety practices.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Protective Equipment: Ensuring access to safety gear.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Emergency Procedures: Clear guidelines for fire drills, evacuations, etc.</a:t>
            </a:r>
          </a:p>
        </p:txBody>
      </p:sp>
    </p:spTree>
    <p:extLst>
      <p:ext uri="{BB962C8B-B14F-4D97-AF65-F5344CB8AC3E}">
        <p14:creationId xmlns:p14="http://schemas.microsoft.com/office/powerpoint/2010/main" val="163553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BF2A-E03E-D131-376B-B4063AF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369"/>
          </a:xfrm>
        </p:spPr>
        <p:txBody>
          <a:bodyPr/>
          <a:lstStyle/>
          <a:p>
            <a:r>
              <a:rPr lang="en-US" b="1" dirty="0"/>
              <a:t>Examples of Health and Safety Laws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F827-88BD-EE5A-E2CB-38047077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331494"/>
            <a:ext cx="11502190" cy="53099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Occupational Safety and Health Act (OSHA) - USA.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Health and Safety at Work Act (HSWA) - UK.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Work Health and Safety Act (WHS) - Australia.</a:t>
            </a:r>
          </a:p>
        </p:txBody>
      </p:sp>
    </p:spTree>
    <p:extLst>
      <p:ext uri="{BB962C8B-B14F-4D97-AF65-F5344CB8AC3E}">
        <p14:creationId xmlns:p14="http://schemas.microsoft.com/office/powerpoint/2010/main" val="30010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A1DB-D9B7-3C64-3A26-6CEE3FE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40632"/>
            <a:ext cx="11662610" cy="64810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b="1" dirty="0"/>
              <a:t>Employer Responsibilities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Maintain a safe working environment.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Conduct regular safety inspections.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Provide necessary training and safety equipment.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Report and record workplace incidents.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2235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C9-10D6-9367-CDD1-0AB0105D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352926"/>
            <a:ext cx="11710736" cy="6208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b="1" dirty="0"/>
              <a:t>Employee Responsibilities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Follow safety rules and procedures.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Use personal protective equipment (PPE).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Report hazards or unsafe conditions.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Participate in training and emergency drills.</a:t>
            </a:r>
            <a:endParaRPr lang="en-TZ" sz="3600" b="1" dirty="0"/>
          </a:p>
        </p:txBody>
      </p:sp>
    </p:spTree>
    <p:extLst>
      <p:ext uri="{BB962C8B-B14F-4D97-AF65-F5344CB8AC3E}">
        <p14:creationId xmlns:p14="http://schemas.microsoft.com/office/powerpoint/2010/main" val="241224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582-8849-DB2F-F426-3CC4A9E7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65126"/>
            <a:ext cx="11065042" cy="1094706"/>
          </a:xfrm>
        </p:spPr>
        <p:txBody>
          <a:bodyPr>
            <a:normAutofit/>
          </a:bodyPr>
          <a:lstStyle/>
          <a:p>
            <a:r>
              <a:rPr lang="en-GB" b="1" dirty="0"/>
              <a:t>Consequences of Non-Compliance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0EAC-9BE4-57F3-C8C9-238B97B0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59832"/>
            <a:ext cx="11582400" cy="503304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For Employers: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Fines and legal penalties.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Damage to reputation.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Increased insurance costs.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Employees: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Accidents and injuries.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Loss of employment.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2055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0C33-9954-9E61-7863-8E5EBCF8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561474"/>
            <a:ext cx="11566358" cy="599974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5100" b="1" dirty="0"/>
              <a:t>Benefits of Health and Safety Legislation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Reduced workplace accidents and illnesses.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Improved employee morale and productivity.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Legal protection for both employers and employees</a:t>
            </a:r>
            <a:r>
              <a:rPr lang="en-US" sz="4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295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DA-CEE4-FE8A-F9C5-921D731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474133"/>
            <a:ext cx="11646568" cy="61512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Workplace Hazard Categories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Physical Hazards: Noise, temperature extremes, machinery.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Chemical Hazards: Exposure to toxic substances.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Biological Hazards: Viruses, bacteria, and other microorganisms.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Ergonomic Hazards: Poor workstation design causing strain.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Psychosocial Hazards: Workplace stress, harassment, or bullying.</a:t>
            </a:r>
          </a:p>
        </p:txBody>
      </p:sp>
    </p:spTree>
    <p:extLst>
      <p:ext uri="{BB962C8B-B14F-4D97-AF65-F5344CB8AC3E}">
        <p14:creationId xmlns:p14="http://schemas.microsoft.com/office/powerpoint/2010/main" val="1128333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EAA6-9E6A-43E8-2DBB-B841C26B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GB" dirty="0"/>
              <a:t>Role of Regulatory Bodies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F2BE-9237-08BF-B90F-E0D7E6248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1168400"/>
            <a:ext cx="11032067" cy="55710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Enforcement of laws and inspections.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Promoting awareness and education.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Investigating workplace accidents.</a:t>
            </a:r>
            <a:endParaRPr lang="en-TZ" sz="4000" dirty="0"/>
          </a:p>
        </p:txBody>
      </p:sp>
    </p:spTree>
    <p:extLst>
      <p:ext uri="{BB962C8B-B14F-4D97-AF65-F5344CB8AC3E}">
        <p14:creationId xmlns:p14="http://schemas.microsoft.com/office/powerpoint/2010/main" val="279293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E918-E028-F1A5-C31A-9431BCE7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Health and Safety Legislation in Specific Industries</a:t>
            </a:r>
            <a:endParaRPr lang="en-T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E6DC-8125-29CE-F76C-337C2D67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99" y="1185334"/>
            <a:ext cx="11700933" cy="53075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Construction: Scaffolding safety, fall prevention.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Healthcare: Infection control, handling biohazards.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Manufacturing: Machine safety, chemical handling.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IT/Office Work: Ergonomics, stress management</a:t>
            </a:r>
            <a:r>
              <a:rPr lang="en-US" dirty="0"/>
              <a:t>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9867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5080-2348-67E5-A243-6195BA04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008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Technological Advancements in Workplace Safety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F5F21-9501-C444-F1F0-F05126579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134"/>
            <a:ext cx="10515600" cy="49408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Use of AI for hazard detection (e.g., cameras detecting unsafe behavior).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IoT-based monitoring (e.g., wearable devices for tracking worker health).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Automation reducing exposure to high-risk tasks.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Safety training using VR simulations.</a:t>
            </a:r>
            <a:endParaRPr lang="en-TZ" sz="4000" dirty="0"/>
          </a:p>
        </p:txBody>
      </p:sp>
    </p:spTree>
    <p:extLst>
      <p:ext uri="{BB962C8B-B14F-4D97-AF65-F5344CB8AC3E}">
        <p14:creationId xmlns:p14="http://schemas.microsoft.com/office/powerpoint/2010/main" val="38469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</TotalTime>
  <Words>443</Words>
  <Application>Microsoft Office PowerPoint</Application>
  <PresentationFormat>Widescreen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Health and Safety Legislation   Ensuring Safety in Workplaces and Public Spaces</vt:lpstr>
      <vt:lpstr>What is Health and Safety Legislation?</vt:lpstr>
      <vt:lpstr>PowerPoint Presentation</vt:lpstr>
      <vt:lpstr>PowerPoint Presentation</vt:lpstr>
      <vt:lpstr>Examples of Health and Safety Laws</vt:lpstr>
      <vt:lpstr>PowerPoint Presentation</vt:lpstr>
      <vt:lpstr>PowerPoint Presentation</vt:lpstr>
      <vt:lpstr>Consequences of Non-Compliance</vt:lpstr>
      <vt:lpstr>PowerPoint Presentation</vt:lpstr>
      <vt:lpstr>PowerPoint Presentation</vt:lpstr>
      <vt:lpstr>Role of Regulatory Bodies</vt:lpstr>
      <vt:lpstr>Health and Safety Legislation in Specific Industries</vt:lpstr>
      <vt:lpstr>Technological Advancements in Workplace Safety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36</cp:revision>
  <dcterms:created xsi:type="dcterms:W3CDTF">2024-11-10T07:58:18Z</dcterms:created>
  <dcterms:modified xsi:type="dcterms:W3CDTF">2025-01-06T09:44:05Z</dcterms:modified>
</cp:coreProperties>
</file>