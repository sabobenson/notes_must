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T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57" d="100"/>
          <a:sy n="57" d="100"/>
        </p:scale>
        <p:origin x="117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94548-53F3-E53F-76A8-F457B1ECC6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E31FFB-933A-BD1B-FE16-84F1F5DD95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B8073B-7658-7529-330A-12751697D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561C-00AC-4A2C-9056-EA89ABAB437B}" type="datetimeFigureOut">
              <a:rPr lang="en-TZ" smtClean="0"/>
              <a:t>24/11/2024</a:t>
            </a:fld>
            <a:endParaRPr lang="en-T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E852FA-C257-1744-D24B-E408FBF16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6AB47-265A-F83D-7E31-0D66645CD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9F225-6DB2-4179-BAB4-246B63628F1C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1428625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0EA89-758C-8D1F-DC0D-B794C65E4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BBD0F-CBC5-6709-CCD0-290AEA730C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A506E4-CF7E-040A-873E-6A86D184F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561C-00AC-4A2C-9056-EA89ABAB437B}" type="datetimeFigureOut">
              <a:rPr lang="en-TZ" smtClean="0"/>
              <a:t>24/11/2024</a:t>
            </a:fld>
            <a:endParaRPr lang="en-T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78FE31-BED0-EE70-9C37-4EA31DB81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74A145-39CF-C8FA-4933-68ADCF467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9F225-6DB2-4179-BAB4-246B63628F1C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3183713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F1C5A-68B5-AEA4-0F0C-1FD877066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C62CB9-AB41-8D21-73A1-B4D7D87318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1E8BF-9033-E428-CFD2-54BCBFBC5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561C-00AC-4A2C-9056-EA89ABAB437B}" type="datetimeFigureOut">
              <a:rPr lang="en-TZ" smtClean="0"/>
              <a:t>24/11/2024</a:t>
            </a:fld>
            <a:endParaRPr lang="en-T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A29438-19B5-DF01-D93C-B07A5D44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2E39F0-FB02-B709-9644-25594F4AE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9F225-6DB2-4179-BAB4-246B63628F1C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3222952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C6CA2-B7D2-E60C-527D-C47A4DC13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4F602-0F01-05AB-0AE6-58DF0B4C97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F7FD0E-6EB6-DD6A-F4C8-74B4081816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59163E-1C13-AD14-F26C-A3D3BC2CB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561C-00AC-4A2C-9056-EA89ABAB437B}" type="datetimeFigureOut">
              <a:rPr lang="en-TZ" smtClean="0"/>
              <a:t>24/11/2024</a:t>
            </a:fld>
            <a:endParaRPr lang="en-T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3BB567-4DDC-A1D4-7121-2825A88F5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0244F5-C8C5-5057-5F81-A9240691A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9F225-6DB2-4179-BAB4-246B63628F1C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2425511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CAE0C-A4A1-8934-59CE-2A05800E0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0230DC-8FE2-F49F-2540-EF04900781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5DDDE0-88FE-B3B7-68FB-C766F70C75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4742D9-11E8-7C8A-BE4A-8457B20CA0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20C2D7-0D71-5A71-0320-E2DDB1BE67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6D6095-FB35-329D-BEEB-0B07FCC04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561C-00AC-4A2C-9056-EA89ABAB437B}" type="datetimeFigureOut">
              <a:rPr lang="en-TZ" smtClean="0"/>
              <a:t>24/11/2024</a:t>
            </a:fld>
            <a:endParaRPr lang="en-T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68DFB6-3646-1F14-4442-5CBF7819E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B4EFFE-3FC7-26DC-5A1B-23FF83AF7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9F225-6DB2-4179-BAB4-246B63628F1C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2012450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DF57D-7F35-B6B7-EC4A-49FD8D068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92ADD1-113B-ABAA-81F4-C7EC02879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561C-00AC-4A2C-9056-EA89ABAB437B}" type="datetimeFigureOut">
              <a:rPr lang="en-TZ" smtClean="0"/>
              <a:t>24/11/2024</a:t>
            </a:fld>
            <a:endParaRPr lang="en-T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95CD3-286C-030F-1B57-A47073254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8796E8-3740-0A85-1945-CDBBE76A4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9F225-6DB2-4179-BAB4-246B63628F1C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3198109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B4EA5F-A7D1-EE0A-00E7-48C62E163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561C-00AC-4A2C-9056-EA89ABAB437B}" type="datetimeFigureOut">
              <a:rPr lang="en-TZ" smtClean="0"/>
              <a:t>24/11/2024</a:t>
            </a:fld>
            <a:endParaRPr lang="en-T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E59B27-3521-8BDE-38D5-3BE1F3EA1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ECDB34-75BF-4494-0B98-53C8940EB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9F225-6DB2-4179-BAB4-246B63628F1C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3083254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8DC4D-9115-A7C3-7091-EF4998FFB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74B26-619C-75FD-AB91-39C72547F2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C96981-F13A-BE80-545E-0CF8ED9A1C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22F1A3-8DDA-F52C-C04F-4AB0DBB44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561C-00AC-4A2C-9056-EA89ABAB437B}" type="datetimeFigureOut">
              <a:rPr lang="en-TZ" smtClean="0"/>
              <a:t>24/11/2024</a:t>
            </a:fld>
            <a:endParaRPr lang="en-T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45E0F8-E180-9A67-EAA8-AE91E8AC0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A504BE-A7ED-E947-77C3-B09E690F8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9F225-6DB2-4179-BAB4-246B63628F1C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1518733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D3454-AEEF-C6CB-A6A8-D48FCEC65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2818BF-A751-EBF3-C1E8-CEDF3F276A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69DC13-7465-D345-710C-A534996684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F2BC1A-56F2-0190-2C64-31F7E1740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561C-00AC-4A2C-9056-EA89ABAB437B}" type="datetimeFigureOut">
              <a:rPr lang="en-TZ" smtClean="0"/>
              <a:t>24/11/2024</a:t>
            </a:fld>
            <a:endParaRPr lang="en-T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CC30FD-9B56-4529-3781-81286E2D0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2A0D29-DE83-230E-F8DA-34DAE09B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9F225-6DB2-4179-BAB4-246B63628F1C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3624248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C6E3B-8671-D311-8264-668A1BB6C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F01584-19CB-4FE6-CCA2-5E2D28CC9D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02CC85-918D-7B3D-190F-23A226E09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561C-00AC-4A2C-9056-EA89ABAB437B}" type="datetimeFigureOut">
              <a:rPr lang="en-TZ" smtClean="0"/>
              <a:t>24/11/2024</a:t>
            </a:fld>
            <a:endParaRPr lang="en-T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59463-69C6-3F20-CDC5-972949187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B56883-1418-B612-3AE5-DF2E6DF9B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9F225-6DB2-4179-BAB4-246B63628F1C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3932819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459444-2CEF-7773-2173-8654E76BB3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2A4A41-E418-B53C-8D02-C7F7D82904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5102E7-3657-AA69-064E-219FBDCF1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561C-00AC-4A2C-9056-EA89ABAB437B}" type="datetimeFigureOut">
              <a:rPr lang="en-TZ" smtClean="0"/>
              <a:t>24/11/2024</a:t>
            </a:fld>
            <a:endParaRPr lang="en-T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7DBF0-0C34-2E65-EF8E-14730CDC7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DFCFB-C3E5-FE18-F454-8FD6B10EF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9F225-6DB2-4179-BAB4-246B63628F1C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2518338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BB13BE-6672-8EAB-3974-52ACFAA90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B8B4C3-3AEC-C5AE-0036-9D1BB2793A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D5C97-5EAA-4FF8-6514-C43329E68D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BC561C-00AC-4A2C-9056-EA89ABAB437B}" type="datetimeFigureOut">
              <a:rPr lang="en-TZ" smtClean="0"/>
              <a:t>24/11/2024</a:t>
            </a:fld>
            <a:endParaRPr lang="en-T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ACEEC7-18B1-4954-6FFA-C47DC1B48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T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47BC7-7AD9-5992-DC79-C3CE617AA9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19F225-6DB2-4179-BAB4-246B63628F1C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2390202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AE5D1-B86F-9AFF-FF09-DA6C1C8C0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86385"/>
            <a:ext cx="9144000" cy="2742615"/>
          </a:xfrm>
        </p:spPr>
        <p:txBody>
          <a:bodyPr>
            <a:normAutofit/>
          </a:bodyPr>
          <a:lstStyle/>
          <a:p>
            <a:r>
              <a:rPr lang="en-GB" b="1" dirty="0"/>
              <a:t>Egoism, Utilitarianism, and Deontology</a:t>
            </a:r>
          </a:p>
        </p:txBody>
      </p:sp>
    </p:spTree>
    <p:extLst>
      <p:ext uri="{BB962C8B-B14F-4D97-AF65-F5344CB8AC3E}">
        <p14:creationId xmlns:p14="http://schemas.microsoft.com/office/powerpoint/2010/main" val="3852241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0187A-4A10-E3EC-208F-51F448C29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72608"/>
          </a:xfrm>
        </p:spPr>
        <p:txBody>
          <a:bodyPr/>
          <a:lstStyle/>
          <a:p>
            <a:r>
              <a:rPr lang="en-GB" dirty="0"/>
              <a:t>Egoism</a:t>
            </a: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367CC-F30F-8660-9DF5-D91B914474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337734"/>
            <a:ext cx="11099800" cy="5283199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Egoism is an ethical theory that focuses on self-interest as the primary or sole basis of moral action.</a:t>
            </a:r>
          </a:p>
          <a:p>
            <a:pPr marL="0" indent="0">
              <a:buNone/>
            </a:pPr>
            <a:r>
              <a:rPr lang="en-GB" b="1" dirty="0"/>
              <a:t>Types of Egoism</a:t>
            </a:r>
            <a:r>
              <a:rPr lang="en-GB" dirty="0"/>
              <a:t>:</a:t>
            </a:r>
          </a:p>
          <a:p>
            <a:r>
              <a:rPr lang="en-US" dirty="0"/>
              <a:t>Psychological Egoism: The theory that humans are naturally self-interested, meaning all actions are ultimately motivated by self-benefit.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Ethical Egoism: The normative theory that individuals ought to act in their own self-interest, and that self-interest can be morally right.</a:t>
            </a: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2363450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4C1F8-6AB5-A8A4-DF98-153E360C0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421" y="240632"/>
            <a:ext cx="12031579" cy="636871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Key Points: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dirty="0"/>
          </a:p>
          <a:p>
            <a:r>
              <a:rPr lang="en-US" dirty="0"/>
              <a:t>    Ethical egoism does not necessarily mean ignoring others, as helping others can often be in one's own best interest (e.g., reputation, reciprocal benefits).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    The theory is individual-focused and argues that self-care and self-interest lead to a better society.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Examples:</a:t>
            </a:r>
          </a:p>
          <a:p>
            <a:r>
              <a:rPr lang="en-US" dirty="0"/>
              <a:t> Business Decision: A company CEO chooses actions that maximize profits because it benefits shareholders, who rely on profits.</a:t>
            </a:r>
          </a:p>
          <a:p>
            <a:r>
              <a:rPr lang="en-US" dirty="0"/>
              <a:t>  Personal Ethics: An individual prioritizes their own mental health by setting boundaries, even if it means saying “no” to others.</a:t>
            </a: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3793971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24644-2E88-4E17-A152-7BC6F2053A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758" y="385011"/>
            <a:ext cx="11614484" cy="619225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Utilitarianism</a:t>
            </a:r>
          </a:p>
          <a:p>
            <a:r>
              <a:rPr lang="en-US" dirty="0"/>
              <a:t>Utilitarianism is a consequentialist theory that argues that the morality of an action depends on its outcomes, with the goal of maximizing overall happiness or well-being.</a:t>
            </a:r>
          </a:p>
          <a:p>
            <a:r>
              <a:rPr lang="en-US" b="1" dirty="0"/>
              <a:t>Core Principle</a:t>
            </a:r>
            <a:r>
              <a:rPr lang="en-US" dirty="0"/>
              <a:t>: “The greatest good for the greatest number.”</a:t>
            </a:r>
          </a:p>
          <a:p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/>
              <a:t>Examples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Public Health Decision</a:t>
            </a:r>
            <a:r>
              <a:rPr lang="en-US" dirty="0"/>
              <a:t>: Allocating healthcare resources in a way that benefits the majority, even if some individuals receive less care.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Environmental Policy</a:t>
            </a:r>
            <a:r>
              <a:rPr lang="en-US" dirty="0"/>
              <a:t>: Implementing green energy policies that benefit society long-term, even if they have short-term costs.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5538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ABF2A-E03E-D131-376B-B4063AF45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6369"/>
          </a:xfrm>
        </p:spPr>
        <p:txBody>
          <a:bodyPr/>
          <a:lstStyle/>
          <a:p>
            <a:r>
              <a:rPr lang="en-GB" b="1" dirty="0"/>
              <a:t>Deontological Ethics</a:t>
            </a:r>
            <a:endParaRPr lang="en-TZ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DF827-88BD-EE5A-E2CB-380470777C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926" y="1331494"/>
            <a:ext cx="11502190" cy="53099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Deontological ethics, often associated with Immanuel Kant, is duty-based morality that judges actions based on adherence to rules or duties, regardless of outcomes.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/>
              <a:t>Kantian Ethics: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b="1" dirty="0"/>
          </a:p>
          <a:p>
            <a:r>
              <a:rPr lang="en-US" dirty="0"/>
              <a:t>Categorical Imperative: A key principle in Kant’s ethics, stating that actions should be taken only if they can be universalized (i.e., if everyone could consistently act the same way).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Respect for Persons: People should never be used merely as a means to an end but always treated as ends in themselves.</a:t>
            </a: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3001075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3A1DB-D9B7-3C64-3A26-6CEE3FE96D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011" y="240632"/>
            <a:ext cx="11662610" cy="648101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4000" dirty="0"/>
              <a:t>Examples:</a:t>
            </a:r>
          </a:p>
          <a:p>
            <a:r>
              <a:rPr lang="en-US" sz="4000" dirty="0"/>
              <a:t> </a:t>
            </a:r>
            <a:r>
              <a:rPr lang="en-US" dirty="0"/>
              <a:t>Truth-Telling: Always telling the truth, even when lying might have better outcomes (e.g., not lying to protect someone’s feelings).</a:t>
            </a:r>
          </a:p>
          <a:p>
            <a:r>
              <a:rPr lang="en-US" dirty="0"/>
              <a:t> Professional Conduct: A judge who follows legal rules strictly, even if a different decision might lead to a happier outcome.</a:t>
            </a: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34223528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245C9-10D6-9367-CDD1-0AB0105DFC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759" y="352926"/>
            <a:ext cx="11710736" cy="6208295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b="1" dirty="0"/>
              <a:t>Tutorial Questions and Activities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How would each theory approach a moral dilemma?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b="1" dirty="0"/>
              <a:t>Discussion Points:</a:t>
            </a:r>
          </a:p>
          <a:p>
            <a:pPr marL="0" indent="0">
              <a:buNone/>
            </a:pPr>
            <a:r>
              <a:rPr lang="en-US" dirty="0"/>
              <a:t>Present a dilemma (e.g., saving five people versus one) and have students analyze how an egoist, a utilitarian, and a deontologist would act.</a:t>
            </a:r>
          </a:p>
          <a:p>
            <a:pPr marL="0" indent="0">
              <a:buNone/>
            </a:pPr>
            <a:r>
              <a:rPr lang="en-US" dirty="0"/>
              <a:t>2. Which theory seems most applicable to everyday life? Why?</a:t>
            </a: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2412248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A5582-8849-DB2F-F426-3CC4A9E7B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758" y="365126"/>
            <a:ext cx="11065042" cy="1094706"/>
          </a:xfrm>
        </p:spPr>
        <p:txBody>
          <a:bodyPr>
            <a:normAutofit fontScale="90000"/>
          </a:bodyPr>
          <a:lstStyle/>
          <a:p>
            <a:r>
              <a:rPr lang="en-US" dirty="0"/>
              <a:t>Case Study Activity: Applying Theories to Ethical Dilemmas</a:t>
            </a: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80EAC-9BE4-57F3-C8C9-238B97B07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758" y="1459832"/>
            <a:ext cx="11582400" cy="50330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Scenario 1</a:t>
            </a:r>
            <a:r>
              <a:rPr lang="en-US" dirty="0"/>
              <a:t>: A doctor must decide how to allocate a limited supply of medicine. How would each theory approach this decision?</a:t>
            </a:r>
          </a:p>
          <a:p>
            <a:r>
              <a:rPr lang="en-US" dirty="0"/>
              <a:t>Egoism: Focus on self-interest, perhaps prioritizing personal values or reputation.</a:t>
            </a:r>
          </a:p>
          <a:p>
            <a:r>
              <a:rPr lang="en-US" dirty="0"/>
              <a:t>Utilitarianism: Choose the distribution that maximizes patient health outcomes overall.</a:t>
            </a:r>
          </a:p>
          <a:p>
            <a:r>
              <a:rPr lang="en-US" dirty="0"/>
              <a:t>Deontology: Follow hospital policies or medical duty, regardless of outcome.</a:t>
            </a: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3220559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D0C33-9954-9E61-7863-8E5EBCF84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884" y="561474"/>
            <a:ext cx="11566358" cy="59997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Scenario 2</a:t>
            </a:r>
            <a:r>
              <a:rPr lang="en-US" dirty="0"/>
              <a:t>: A journalist considers publishing a story that would benefit public knowledge but could harm someone’s reputation.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Egoism: Consider personal career benefits or risks.</a:t>
            </a:r>
          </a:p>
          <a:p>
            <a:r>
              <a:rPr lang="en-US" dirty="0"/>
              <a:t>Utilitarianism: Publish if it benefits the majority.</a:t>
            </a:r>
          </a:p>
          <a:p>
            <a:r>
              <a:rPr lang="en-US" dirty="0"/>
              <a:t>Deontology: Respect the individual’s rights and privacy if confidentiality is a duty.</a:t>
            </a: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20629588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EC7DA-CEE4-FE8A-F9C5-921D7311F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674" y="474133"/>
            <a:ext cx="11646568" cy="615125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Reflection Exercise: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Think about a time you faced a moral decision and to identify which theory (if any) guided their decision-making process. Discuss if you felt the outcome aligned with their moral values.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dirty="0"/>
              <a:t>ASSIGMENT 1</a:t>
            </a:r>
          </a:p>
          <a:p>
            <a:pPr marL="0" indent="0">
              <a:buNone/>
            </a:pPr>
            <a:r>
              <a:rPr lang="en-US"/>
              <a:t>Write </a:t>
            </a:r>
            <a:r>
              <a:rPr lang="en-US" dirty="0"/>
              <a:t>a short essay comparing egoism, utilitarianism, and deontology, discussing a scenario where they might choose one approach over the others.</a:t>
            </a:r>
          </a:p>
        </p:txBody>
      </p:sp>
    </p:spTree>
    <p:extLst>
      <p:ext uri="{BB962C8B-B14F-4D97-AF65-F5344CB8AC3E}">
        <p14:creationId xmlns:p14="http://schemas.microsoft.com/office/powerpoint/2010/main" val="1128333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717</TotalTime>
  <Words>654</Words>
  <Application>Microsoft Office PowerPoint</Application>
  <PresentationFormat>Widescreen</PresentationFormat>
  <Paragraphs>54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Wingdings</vt:lpstr>
      <vt:lpstr>Office Theme</vt:lpstr>
      <vt:lpstr>Egoism, Utilitarianism, and Deontology</vt:lpstr>
      <vt:lpstr>Egoism</vt:lpstr>
      <vt:lpstr>PowerPoint Presentation</vt:lpstr>
      <vt:lpstr>PowerPoint Presentation</vt:lpstr>
      <vt:lpstr>Deontological Ethics</vt:lpstr>
      <vt:lpstr>PowerPoint Presentation</vt:lpstr>
      <vt:lpstr>PowerPoint Presentation</vt:lpstr>
      <vt:lpstr>Case Study Activity: Applying Theories to Ethical Dilemmas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DR.MRINDOKO</dc:creator>
  <cp:lastModifiedBy>DR.MRINDOKO</cp:lastModifiedBy>
  <cp:revision>13</cp:revision>
  <dcterms:created xsi:type="dcterms:W3CDTF">2024-11-10T07:58:18Z</dcterms:created>
  <dcterms:modified xsi:type="dcterms:W3CDTF">2024-11-24T05:21:27Z</dcterms:modified>
</cp:coreProperties>
</file>