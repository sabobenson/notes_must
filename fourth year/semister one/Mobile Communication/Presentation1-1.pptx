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4" r:id="rId4"/>
    <p:sldId id="263" r:id="rId5"/>
    <p:sldId id="258" r:id="rId6"/>
    <p:sldId id="259" r:id="rId7"/>
    <p:sldId id="260" r:id="rId8"/>
    <p:sldId id="267" r:id="rId9"/>
    <p:sldId id="261" r:id="rId10"/>
    <p:sldId id="271" r:id="rId11"/>
    <p:sldId id="262" r:id="rId12"/>
    <p:sldId id="266" r:id="rId13"/>
    <p:sldId id="268" r:id="rId14"/>
    <p:sldId id="270" r:id="rId15"/>
    <p:sldId id="269" r:id="rId16"/>
    <p:sldId id="26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49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5.JPG"/><Relationship Id="rId7" Type="http://schemas.openxmlformats.org/officeDocument/2006/relationships/image" Target="../media/image9.jpg"/><Relationship Id="rId2" Type="http://schemas.openxmlformats.org/officeDocument/2006/relationships/image" Target="../media/image4.jpg"/><Relationship Id="rId1" Type="http://schemas.openxmlformats.org/officeDocument/2006/relationships/image" Target="../media/image3.jpg"/><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5.JPG"/><Relationship Id="rId7" Type="http://schemas.openxmlformats.org/officeDocument/2006/relationships/image" Target="../media/image9.jpg"/><Relationship Id="rId2" Type="http://schemas.openxmlformats.org/officeDocument/2006/relationships/image" Target="../media/image4.jpg"/><Relationship Id="rId1" Type="http://schemas.openxmlformats.org/officeDocument/2006/relationships/image" Target="../media/image3.jpg"/><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jpe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E1EC208-1E37-41CB-991A-4AAD2908FB23}" type="doc">
      <dgm:prSet loTypeId="urn:microsoft.com/office/officeart/2005/8/layout/hList7" loCatId="process" qsTypeId="urn:microsoft.com/office/officeart/2005/8/quickstyle/simple1" qsCatId="simple" csTypeId="urn:microsoft.com/office/officeart/2005/8/colors/colorful5" csCatId="colorful" phldr="1"/>
      <dgm:spPr/>
      <dgm:t>
        <a:bodyPr/>
        <a:lstStyle/>
        <a:p>
          <a:endParaRPr lang="en-US"/>
        </a:p>
      </dgm:t>
    </dgm:pt>
    <dgm:pt modelId="{99344303-D99F-44BD-AD4C-7EFB91E55EA6}">
      <dgm:prSet custT="1"/>
      <dgm:spPr/>
      <dgm:t>
        <a:bodyPr/>
        <a:lstStyle/>
        <a:p>
          <a:pPr rtl="0"/>
          <a:r>
            <a:rPr lang="en-US" sz="1800" dirty="0" smtClean="0">
              <a:latin typeface="Book Antiqua" panose="02040602050305030304" pitchFamily="18" charset="0"/>
            </a:rPr>
            <a:t>Low Frequency (LF): Long-range communication (e.g., maritime).</a:t>
          </a:r>
          <a:endParaRPr lang="en-US" sz="1800" dirty="0">
            <a:latin typeface="Book Antiqua" panose="02040602050305030304" pitchFamily="18" charset="0"/>
          </a:endParaRPr>
        </a:p>
      </dgm:t>
    </dgm:pt>
    <dgm:pt modelId="{2FE11BDE-1998-48D7-B328-2AEAAC0DDEBB}" type="parTrans" cxnId="{FAD137C0-BB27-44DE-8D88-4D746B779617}">
      <dgm:prSet/>
      <dgm:spPr/>
      <dgm:t>
        <a:bodyPr/>
        <a:lstStyle/>
        <a:p>
          <a:endParaRPr lang="en-US"/>
        </a:p>
      </dgm:t>
    </dgm:pt>
    <dgm:pt modelId="{11843335-85CD-4D8C-9B23-9130DB4A4C44}" type="sibTrans" cxnId="{FAD137C0-BB27-44DE-8D88-4D746B779617}">
      <dgm:prSet/>
      <dgm:spPr/>
      <dgm:t>
        <a:bodyPr/>
        <a:lstStyle/>
        <a:p>
          <a:endParaRPr lang="en-US"/>
        </a:p>
      </dgm:t>
    </dgm:pt>
    <dgm:pt modelId="{9C3296AA-EEE2-4EB4-86A5-8AC39B1AFBDA}">
      <dgm:prSet custT="1"/>
      <dgm:spPr/>
      <dgm:t>
        <a:bodyPr/>
        <a:lstStyle/>
        <a:p>
          <a:pPr rtl="0"/>
          <a:r>
            <a:rPr lang="en-US" sz="1800" dirty="0" smtClean="0">
              <a:latin typeface="Book Antiqua" panose="02040602050305030304" pitchFamily="18" charset="0"/>
            </a:rPr>
            <a:t>Medium Frequency (MF): AM radio, navigation.</a:t>
          </a:r>
          <a:endParaRPr lang="en-US" sz="1800" dirty="0">
            <a:latin typeface="Book Antiqua" panose="02040602050305030304" pitchFamily="18" charset="0"/>
          </a:endParaRPr>
        </a:p>
      </dgm:t>
    </dgm:pt>
    <dgm:pt modelId="{9B9455A3-DAC3-4A56-ADC3-217E58DD86BC}" type="parTrans" cxnId="{1DF099EC-149A-4DDD-91FE-4780D4E7C3B8}">
      <dgm:prSet/>
      <dgm:spPr/>
      <dgm:t>
        <a:bodyPr/>
        <a:lstStyle/>
        <a:p>
          <a:endParaRPr lang="en-US"/>
        </a:p>
      </dgm:t>
    </dgm:pt>
    <dgm:pt modelId="{775E8EA6-C05D-4DBE-A92E-D651F772A01B}" type="sibTrans" cxnId="{1DF099EC-149A-4DDD-91FE-4780D4E7C3B8}">
      <dgm:prSet/>
      <dgm:spPr/>
      <dgm:t>
        <a:bodyPr/>
        <a:lstStyle/>
        <a:p>
          <a:endParaRPr lang="en-US"/>
        </a:p>
      </dgm:t>
    </dgm:pt>
    <dgm:pt modelId="{748E8D30-DC15-452B-B740-8FAB73E4FCE3}">
      <dgm:prSet custT="1"/>
      <dgm:spPr/>
      <dgm:t>
        <a:bodyPr/>
        <a:lstStyle/>
        <a:p>
          <a:pPr rtl="0"/>
          <a:r>
            <a:rPr lang="en-US" sz="1800" dirty="0" smtClean="0">
              <a:latin typeface="Book Antiqua" panose="02040602050305030304" pitchFamily="18" charset="0"/>
            </a:rPr>
            <a:t>High Frequency (HF): Shortwave radio, international broadcasts</a:t>
          </a:r>
          <a:r>
            <a:rPr lang="en-US" sz="1500" dirty="0" smtClean="0"/>
            <a:t>.</a:t>
          </a:r>
          <a:endParaRPr lang="en-US" sz="1500" dirty="0"/>
        </a:p>
      </dgm:t>
    </dgm:pt>
    <dgm:pt modelId="{35DDE337-C584-4934-A34E-7E50883E65D4}" type="parTrans" cxnId="{29B1E66B-359E-4EF2-98C4-D4802645BE1E}">
      <dgm:prSet/>
      <dgm:spPr/>
      <dgm:t>
        <a:bodyPr/>
        <a:lstStyle/>
        <a:p>
          <a:endParaRPr lang="en-US"/>
        </a:p>
      </dgm:t>
    </dgm:pt>
    <dgm:pt modelId="{5B9C10DB-00D7-42C8-A406-E59CA4C1104F}" type="sibTrans" cxnId="{29B1E66B-359E-4EF2-98C4-D4802645BE1E}">
      <dgm:prSet/>
      <dgm:spPr/>
      <dgm:t>
        <a:bodyPr/>
        <a:lstStyle/>
        <a:p>
          <a:endParaRPr lang="en-US"/>
        </a:p>
      </dgm:t>
    </dgm:pt>
    <dgm:pt modelId="{C5408224-4386-454A-843F-9752EB4F8EFF}">
      <dgm:prSet custT="1"/>
      <dgm:spPr/>
      <dgm:t>
        <a:bodyPr/>
        <a:lstStyle/>
        <a:p>
          <a:pPr rtl="0"/>
          <a:r>
            <a:rPr lang="en-US" sz="1800" dirty="0" smtClean="0">
              <a:latin typeface="Book Antiqua" panose="02040602050305030304" pitchFamily="18" charset="0"/>
            </a:rPr>
            <a:t>Very High Frequency (VHF): FM radio, television, aircraft communication.</a:t>
          </a:r>
          <a:endParaRPr lang="en-US" sz="1800" dirty="0">
            <a:latin typeface="Book Antiqua" panose="02040602050305030304" pitchFamily="18" charset="0"/>
          </a:endParaRPr>
        </a:p>
      </dgm:t>
    </dgm:pt>
    <dgm:pt modelId="{EC487C58-A86D-4DA6-B2FF-1D8ED50E5249}" type="parTrans" cxnId="{A80C7D06-4722-46CA-BF2D-4FB34368A768}">
      <dgm:prSet/>
      <dgm:spPr/>
      <dgm:t>
        <a:bodyPr/>
        <a:lstStyle/>
        <a:p>
          <a:endParaRPr lang="en-US"/>
        </a:p>
      </dgm:t>
    </dgm:pt>
    <dgm:pt modelId="{A145CF15-2A5F-47C0-96E5-034047DBF5FD}" type="sibTrans" cxnId="{A80C7D06-4722-46CA-BF2D-4FB34368A768}">
      <dgm:prSet/>
      <dgm:spPr/>
      <dgm:t>
        <a:bodyPr/>
        <a:lstStyle/>
        <a:p>
          <a:endParaRPr lang="en-US"/>
        </a:p>
      </dgm:t>
    </dgm:pt>
    <dgm:pt modelId="{04551914-A0F4-41F8-87D2-3DE0A07E4527}">
      <dgm:prSet custT="1"/>
      <dgm:spPr/>
      <dgm:t>
        <a:bodyPr/>
        <a:lstStyle/>
        <a:p>
          <a:pPr rtl="0"/>
          <a:r>
            <a:rPr lang="en-US" sz="1800" dirty="0" smtClean="0">
              <a:latin typeface="Book Antiqua" panose="02040602050305030304" pitchFamily="18" charset="0"/>
            </a:rPr>
            <a:t>Ultra High Frequency (UHF): Mobile phones, TV, and Wi-Fi</a:t>
          </a:r>
          <a:r>
            <a:rPr lang="en-US" sz="1800" dirty="0" smtClean="0"/>
            <a:t>.</a:t>
          </a:r>
          <a:endParaRPr lang="en-US" sz="1800" dirty="0"/>
        </a:p>
      </dgm:t>
    </dgm:pt>
    <dgm:pt modelId="{DEA430EB-2447-4242-BDC1-1AC7C3D279FC}" type="parTrans" cxnId="{C97ED5AA-48AA-4227-9866-5125F7040DC6}">
      <dgm:prSet/>
      <dgm:spPr/>
      <dgm:t>
        <a:bodyPr/>
        <a:lstStyle/>
        <a:p>
          <a:endParaRPr lang="en-US"/>
        </a:p>
      </dgm:t>
    </dgm:pt>
    <dgm:pt modelId="{EE4C0965-F429-4826-AC21-BA23C43A4259}" type="sibTrans" cxnId="{C97ED5AA-48AA-4227-9866-5125F7040DC6}">
      <dgm:prSet/>
      <dgm:spPr/>
      <dgm:t>
        <a:bodyPr/>
        <a:lstStyle/>
        <a:p>
          <a:endParaRPr lang="en-US"/>
        </a:p>
      </dgm:t>
    </dgm:pt>
    <dgm:pt modelId="{EE311AB7-E9C5-4101-9C60-A8B1B5F7F04E}">
      <dgm:prSet custT="1"/>
      <dgm:spPr/>
      <dgm:t>
        <a:bodyPr/>
        <a:lstStyle/>
        <a:p>
          <a:pPr rtl="0"/>
          <a:r>
            <a:rPr lang="en-US" sz="1800" dirty="0" smtClean="0">
              <a:latin typeface="Book Antiqua" panose="02040602050305030304" pitchFamily="18" charset="0"/>
            </a:rPr>
            <a:t>Super High Frequency (SHF): Satellites, 5G, and radar.</a:t>
          </a:r>
          <a:endParaRPr lang="en-US" sz="1800" dirty="0">
            <a:latin typeface="Book Antiqua" panose="02040602050305030304" pitchFamily="18" charset="0"/>
          </a:endParaRPr>
        </a:p>
      </dgm:t>
    </dgm:pt>
    <dgm:pt modelId="{71C1CFF3-4229-46ED-B3D7-7E0B23C01E2E}" type="parTrans" cxnId="{BB4BBA5C-7B6F-469F-A2E7-C8CE37478CFC}">
      <dgm:prSet/>
      <dgm:spPr/>
      <dgm:t>
        <a:bodyPr/>
        <a:lstStyle/>
        <a:p>
          <a:endParaRPr lang="en-US"/>
        </a:p>
      </dgm:t>
    </dgm:pt>
    <dgm:pt modelId="{334E9B2D-D90F-4428-9045-2F3E8C4E7DCF}" type="sibTrans" cxnId="{BB4BBA5C-7B6F-469F-A2E7-C8CE37478CFC}">
      <dgm:prSet/>
      <dgm:spPr/>
      <dgm:t>
        <a:bodyPr/>
        <a:lstStyle/>
        <a:p>
          <a:endParaRPr lang="en-US"/>
        </a:p>
      </dgm:t>
    </dgm:pt>
    <dgm:pt modelId="{4A3905BC-25CE-4A78-A06A-8DF27F4FD2CA}">
      <dgm:prSet custT="1"/>
      <dgm:spPr/>
      <dgm:t>
        <a:bodyPr/>
        <a:lstStyle/>
        <a:p>
          <a:pPr rtl="0"/>
          <a:r>
            <a:rPr lang="en-US" sz="1800" dirty="0" smtClean="0">
              <a:latin typeface="Book Antiqua" panose="02040602050305030304" pitchFamily="18" charset="0"/>
            </a:rPr>
            <a:t>Extremely High Frequency (EHF): Advanced military and space applications</a:t>
          </a:r>
          <a:r>
            <a:rPr lang="en-US" sz="1500" dirty="0" smtClean="0"/>
            <a:t>.</a:t>
          </a:r>
          <a:endParaRPr lang="en-US" sz="1500" dirty="0"/>
        </a:p>
      </dgm:t>
    </dgm:pt>
    <dgm:pt modelId="{818494E1-C8D6-48CE-8EC1-7068BA97FB4B}" type="parTrans" cxnId="{CB194388-EBCE-4D7F-BF45-9E9F4A7192C6}">
      <dgm:prSet/>
      <dgm:spPr/>
      <dgm:t>
        <a:bodyPr/>
        <a:lstStyle/>
        <a:p>
          <a:endParaRPr lang="en-US"/>
        </a:p>
      </dgm:t>
    </dgm:pt>
    <dgm:pt modelId="{E7FBB98E-F085-4A12-9036-4BC0BEC94CC5}" type="sibTrans" cxnId="{CB194388-EBCE-4D7F-BF45-9E9F4A7192C6}">
      <dgm:prSet/>
      <dgm:spPr/>
      <dgm:t>
        <a:bodyPr/>
        <a:lstStyle/>
        <a:p>
          <a:endParaRPr lang="en-US"/>
        </a:p>
      </dgm:t>
    </dgm:pt>
    <dgm:pt modelId="{E632AA68-BE5B-41BF-8484-7E297B86ECF5}" type="pres">
      <dgm:prSet presAssocID="{1E1EC208-1E37-41CB-991A-4AAD2908FB23}" presName="Name0" presStyleCnt="0">
        <dgm:presLayoutVars>
          <dgm:dir/>
          <dgm:resizeHandles val="exact"/>
        </dgm:presLayoutVars>
      </dgm:prSet>
      <dgm:spPr/>
      <dgm:t>
        <a:bodyPr/>
        <a:lstStyle/>
        <a:p>
          <a:endParaRPr lang="en-US"/>
        </a:p>
      </dgm:t>
    </dgm:pt>
    <dgm:pt modelId="{C4AC15B4-4DD6-4B2C-8786-C075E95AA200}" type="pres">
      <dgm:prSet presAssocID="{1E1EC208-1E37-41CB-991A-4AAD2908FB23}" presName="fgShape" presStyleLbl="fgShp" presStyleIdx="0" presStyleCnt="1" custLinFactNeighborX="3147" custLinFactNeighborY="8838"/>
      <dgm:spPr>
        <a:prstGeom prst="rightArrow">
          <a:avLst/>
        </a:prstGeom>
        <a:solidFill>
          <a:schemeClr val="accent1">
            <a:lumMod val="50000"/>
          </a:schemeClr>
        </a:solidFill>
      </dgm:spPr>
      <dgm:t>
        <a:bodyPr/>
        <a:lstStyle/>
        <a:p>
          <a:endParaRPr lang="en-US"/>
        </a:p>
      </dgm:t>
    </dgm:pt>
    <dgm:pt modelId="{362DE63F-55BF-4178-9649-18E5239D2289}" type="pres">
      <dgm:prSet presAssocID="{1E1EC208-1E37-41CB-991A-4AAD2908FB23}" presName="linComp" presStyleCnt="0"/>
      <dgm:spPr/>
    </dgm:pt>
    <dgm:pt modelId="{2A688544-E907-4806-9C22-AEA1F4F064F3}" type="pres">
      <dgm:prSet presAssocID="{99344303-D99F-44BD-AD4C-7EFB91E55EA6}" presName="compNode" presStyleCnt="0"/>
      <dgm:spPr/>
    </dgm:pt>
    <dgm:pt modelId="{3ED51592-4B76-4494-8263-1DCF7C51CD54}" type="pres">
      <dgm:prSet presAssocID="{99344303-D99F-44BD-AD4C-7EFB91E55EA6}" presName="bkgdShape" presStyleLbl="node1" presStyleIdx="0" presStyleCnt="7"/>
      <dgm:spPr/>
      <dgm:t>
        <a:bodyPr/>
        <a:lstStyle/>
        <a:p>
          <a:endParaRPr lang="en-US"/>
        </a:p>
      </dgm:t>
    </dgm:pt>
    <dgm:pt modelId="{F2DD951A-FE04-4C63-BCC9-B44FE388AA40}" type="pres">
      <dgm:prSet presAssocID="{99344303-D99F-44BD-AD4C-7EFB91E55EA6}" presName="nodeTx" presStyleLbl="node1" presStyleIdx="0" presStyleCnt="7">
        <dgm:presLayoutVars>
          <dgm:bulletEnabled val="1"/>
        </dgm:presLayoutVars>
      </dgm:prSet>
      <dgm:spPr/>
      <dgm:t>
        <a:bodyPr/>
        <a:lstStyle/>
        <a:p>
          <a:endParaRPr lang="en-US"/>
        </a:p>
      </dgm:t>
    </dgm:pt>
    <dgm:pt modelId="{6EE73BD3-691E-4369-B218-BDCE41829CA1}" type="pres">
      <dgm:prSet presAssocID="{99344303-D99F-44BD-AD4C-7EFB91E55EA6}" presName="invisiNode" presStyleLbl="node1" presStyleIdx="0" presStyleCnt="7"/>
      <dgm:spPr/>
    </dgm:pt>
    <dgm:pt modelId="{B62608C7-286A-42A0-A60A-8429295B03AB}" type="pres">
      <dgm:prSet presAssocID="{99344303-D99F-44BD-AD4C-7EFB91E55EA6}" presName="imagNode" presStyleLbl="fgImgPlace1" presStyleIdx="0" presStyleCnt="7" custLinFactNeighborY="1067"/>
      <dgm:spPr>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l="-7091" t="788" r="-8909" b="-788"/>
          </a:stretch>
        </a:blipFill>
      </dgm:spPr>
      <dgm:t>
        <a:bodyPr/>
        <a:lstStyle/>
        <a:p>
          <a:endParaRPr lang="en-US"/>
        </a:p>
      </dgm:t>
    </dgm:pt>
    <dgm:pt modelId="{E0E4F7A9-D473-4D6F-87A8-6CC66EAF1E9B}" type="pres">
      <dgm:prSet presAssocID="{11843335-85CD-4D8C-9B23-9130DB4A4C44}" presName="sibTrans" presStyleLbl="sibTrans2D1" presStyleIdx="0" presStyleCnt="0"/>
      <dgm:spPr/>
      <dgm:t>
        <a:bodyPr/>
        <a:lstStyle/>
        <a:p>
          <a:endParaRPr lang="en-US"/>
        </a:p>
      </dgm:t>
    </dgm:pt>
    <dgm:pt modelId="{DBC8DF48-3E9E-4FAB-91D7-5F19691AD052}" type="pres">
      <dgm:prSet presAssocID="{9C3296AA-EEE2-4EB4-86A5-8AC39B1AFBDA}" presName="compNode" presStyleCnt="0"/>
      <dgm:spPr/>
    </dgm:pt>
    <dgm:pt modelId="{08E249D5-99DD-4343-B0E5-4C0CAE1F2B47}" type="pres">
      <dgm:prSet presAssocID="{9C3296AA-EEE2-4EB4-86A5-8AC39B1AFBDA}" presName="bkgdShape" presStyleLbl="node1" presStyleIdx="1" presStyleCnt="7"/>
      <dgm:spPr/>
      <dgm:t>
        <a:bodyPr/>
        <a:lstStyle/>
        <a:p>
          <a:endParaRPr lang="en-US"/>
        </a:p>
      </dgm:t>
    </dgm:pt>
    <dgm:pt modelId="{37AD199E-F8BA-4D01-8D8B-AD166861CA66}" type="pres">
      <dgm:prSet presAssocID="{9C3296AA-EEE2-4EB4-86A5-8AC39B1AFBDA}" presName="nodeTx" presStyleLbl="node1" presStyleIdx="1" presStyleCnt="7">
        <dgm:presLayoutVars>
          <dgm:bulletEnabled val="1"/>
        </dgm:presLayoutVars>
      </dgm:prSet>
      <dgm:spPr/>
      <dgm:t>
        <a:bodyPr/>
        <a:lstStyle/>
        <a:p>
          <a:endParaRPr lang="en-US"/>
        </a:p>
      </dgm:t>
    </dgm:pt>
    <dgm:pt modelId="{39BD4640-2D07-4BF9-A755-1EBBD58F6E28}" type="pres">
      <dgm:prSet presAssocID="{9C3296AA-EEE2-4EB4-86A5-8AC39B1AFBDA}" presName="invisiNode" presStyleLbl="node1" presStyleIdx="1" presStyleCnt="7"/>
      <dgm:spPr/>
    </dgm:pt>
    <dgm:pt modelId="{68705B8D-1717-4FAC-B6F0-BB5D80A06965}" type="pres">
      <dgm:prSet presAssocID="{9C3296AA-EEE2-4EB4-86A5-8AC39B1AFBDA}" presName="imagNode" presStyleLbl="fgImgPlace1" presStyleIdx="1" presStyleCnt="7"/>
      <dgm:spPr>
        <a:blipFill dpi="0" rotWithShape="1">
          <a:blip xmlns:r="http://schemas.openxmlformats.org/officeDocument/2006/relationships" r:embed="rId2">
            <a:extLst>
              <a:ext uri="{28A0092B-C50C-407E-A947-70E740481C1C}">
                <a14:useLocalDpi xmlns:a14="http://schemas.microsoft.com/office/drawing/2010/main" val="0"/>
              </a:ext>
            </a:extLst>
          </a:blip>
          <a:srcRect/>
          <a:stretch>
            <a:fillRect l="-40197" t="3153" r="-123803" b="-3153"/>
          </a:stretch>
        </a:blipFill>
      </dgm:spPr>
      <dgm:t>
        <a:bodyPr/>
        <a:lstStyle/>
        <a:p>
          <a:endParaRPr lang="en-US"/>
        </a:p>
      </dgm:t>
    </dgm:pt>
    <dgm:pt modelId="{BCEFE1A6-8F01-4887-98C1-E42603D7AACF}" type="pres">
      <dgm:prSet presAssocID="{775E8EA6-C05D-4DBE-A92E-D651F772A01B}" presName="sibTrans" presStyleLbl="sibTrans2D1" presStyleIdx="0" presStyleCnt="0"/>
      <dgm:spPr/>
      <dgm:t>
        <a:bodyPr/>
        <a:lstStyle/>
        <a:p>
          <a:endParaRPr lang="en-US"/>
        </a:p>
      </dgm:t>
    </dgm:pt>
    <dgm:pt modelId="{BF26B40C-5B87-4F08-9CAC-8ACFD18798ED}" type="pres">
      <dgm:prSet presAssocID="{748E8D30-DC15-452B-B740-8FAB73E4FCE3}" presName="compNode" presStyleCnt="0"/>
      <dgm:spPr/>
    </dgm:pt>
    <dgm:pt modelId="{798BC9DD-D748-40E0-AA8C-D3085E2829CB}" type="pres">
      <dgm:prSet presAssocID="{748E8D30-DC15-452B-B740-8FAB73E4FCE3}" presName="bkgdShape" presStyleLbl="node1" presStyleIdx="2" presStyleCnt="7"/>
      <dgm:spPr/>
      <dgm:t>
        <a:bodyPr/>
        <a:lstStyle/>
        <a:p>
          <a:endParaRPr lang="en-US"/>
        </a:p>
      </dgm:t>
    </dgm:pt>
    <dgm:pt modelId="{C430899F-8BC1-41DD-9DF1-8BC1E92DA1AA}" type="pres">
      <dgm:prSet presAssocID="{748E8D30-DC15-452B-B740-8FAB73E4FCE3}" presName="nodeTx" presStyleLbl="node1" presStyleIdx="2" presStyleCnt="7">
        <dgm:presLayoutVars>
          <dgm:bulletEnabled val="1"/>
        </dgm:presLayoutVars>
      </dgm:prSet>
      <dgm:spPr/>
      <dgm:t>
        <a:bodyPr/>
        <a:lstStyle/>
        <a:p>
          <a:endParaRPr lang="en-US"/>
        </a:p>
      </dgm:t>
    </dgm:pt>
    <dgm:pt modelId="{805CE11A-9781-445D-8968-C9BB47F137AE}" type="pres">
      <dgm:prSet presAssocID="{748E8D30-DC15-452B-B740-8FAB73E4FCE3}" presName="invisiNode" presStyleLbl="node1" presStyleIdx="2" presStyleCnt="7"/>
      <dgm:spPr/>
    </dgm:pt>
    <dgm:pt modelId="{5B02219C-89E6-4F24-9A9A-2F6AB18534EA}" type="pres">
      <dgm:prSet presAssocID="{748E8D30-DC15-452B-B740-8FAB73E4FCE3}" presName="imagNode" presStyleLbl="fgImgPlace1" presStyleIdx="2" presStyleCnt="7"/>
      <dgm:spPr>
        <a:blipFill dpi="0" rotWithShape="1">
          <a:blip xmlns:r="http://schemas.openxmlformats.org/officeDocument/2006/relationships" r:embed="rId3">
            <a:extLst>
              <a:ext uri="{28A0092B-C50C-407E-A947-70E740481C1C}">
                <a14:useLocalDpi xmlns:a14="http://schemas.microsoft.com/office/drawing/2010/main" val="0"/>
              </a:ext>
            </a:extLst>
          </a:blip>
          <a:srcRect/>
          <a:stretch>
            <a:fillRect l="-58806" t="-788" r="4806" b="788"/>
          </a:stretch>
        </a:blipFill>
      </dgm:spPr>
      <dgm:t>
        <a:bodyPr/>
        <a:lstStyle/>
        <a:p>
          <a:endParaRPr lang="en-US"/>
        </a:p>
      </dgm:t>
    </dgm:pt>
    <dgm:pt modelId="{F873BF21-006A-46ED-9D0B-963B1F04D938}" type="pres">
      <dgm:prSet presAssocID="{5B9C10DB-00D7-42C8-A406-E59CA4C1104F}" presName="sibTrans" presStyleLbl="sibTrans2D1" presStyleIdx="0" presStyleCnt="0"/>
      <dgm:spPr/>
      <dgm:t>
        <a:bodyPr/>
        <a:lstStyle/>
        <a:p>
          <a:endParaRPr lang="en-US"/>
        </a:p>
      </dgm:t>
    </dgm:pt>
    <dgm:pt modelId="{3E92C037-D466-4D73-9261-B9A0F0B22C4B}" type="pres">
      <dgm:prSet presAssocID="{C5408224-4386-454A-843F-9752EB4F8EFF}" presName="compNode" presStyleCnt="0"/>
      <dgm:spPr/>
    </dgm:pt>
    <dgm:pt modelId="{CB7E1DDE-B8AE-43BE-81E7-5D07D1B99C2A}" type="pres">
      <dgm:prSet presAssocID="{C5408224-4386-454A-843F-9752EB4F8EFF}" presName="bkgdShape" presStyleLbl="node1" presStyleIdx="3" presStyleCnt="7"/>
      <dgm:spPr/>
      <dgm:t>
        <a:bodyPr/>
        <a:lstStyle/>
        <a:p>
          <a:endParaRPr lang="en-US"/>
        </a:p>
      </dgm:t>
    </dgm:pt>
    <dgm:pt modelId="{C5CBA556-725E-4276-BFEA-C5BEFFD279B0}" type="pres">
      <dgm:prSet presAssocID="{C5408224-4386-454A-843F-9752EB4F8EFF}" presName="nodeTx" presStyleLbl="node1" presStyleIdx="3" presStyleCnt="7">
        <dgm:presLayoutVars>
          <dgm:bulletEnabled val="1"/>
        </dgm:presLayoutVars>
      </dgm:prSet>
      <dgm:spPr/>
      <dgm:t>
        <a:bodyPr/>
        <a:lstStyle/>
        <a:p>
          <a:endParaRPr lang="en-US"/>
        </a:p>
      </dgm:t>
    </dgm:pt>
    <dgm:pt modelId="{48A4DE8F-EEDB-4CFE-ABCB-BDAF2452C804}" type="pres">
      <dgm:prSet presAssocID="{C5408224-4386-454A-843F-9752EB4F8EFF}" presName="invisiNode" presStyleLbl="node1" presStyleIdx="3" presStyleCnt="7"/>
      <dgm:spPr/>
    </dgm:pt>
    <dgm:pt modelId="{6EF468A1-0C06-49B2-91C8-52963B1AF7E7}" type="pres">
      <dgm:prSet presAssocID="{C5408224-4386-454A-843F-9752EB4F8EFF}" presName="imagNode" presStyleLbl="fgImgPlace1" presStyleIdx="3" presStyleCnt="7"/>
      <dgm:spPr>
        <a:blipFill dpi="0" rotWithShape="1">
          <a:blip xmlns:r="http://schemas.openxmlformats.org/officeDocument/2006/relationships" r:embed="rId4">
            <a:extLst>
              <a:ext uri="{28A0092B-C50C-407E-A947-70E740481C1C}">
                <a14:useLocalDpi xmlns:a14="http://schemas.microsoft.com/office/drawing/2010/main" val="0"/>
              </a:ext>
            </a:extLst>
          </a:blip>
          <a:srcRect/>
          <a:stretch>
            <a:fillRect l="-29478" t="2364" r="-158522" b="-2364"/>
          </a:stretch>
        </a:blipFill>
      </dgm:spPr>
      <dgm:t>
        <a:bodyPr/>
        <a:lstStyle/>
        <a:p>
          <a:endParaRPr lang="en-US"/>
        </a:p>
      </dgm:t>
    </dgm:pt>
    <dgm:pt modelId="{002D93F6-4589-4BAA-BE9A-E07105F9FA63}" type="pres">
      <dgm:prSet presAssocID="{A145CF15-2A5F-47C0-96E5-034047DBF5FD}" presName="sibTrans" presStyleLbl="sibTrans2D1" presStyleIdx="0" presStyleCnt="0"/>
      <dgm:spPr/>
      <dgm:t>
        <a:bodyPr/>
        <a:lstStyle/>
        <a:p>
          <a:endParaRPr lang="en-US"/>
        </a:p>
      </dgm:t>
    </dgm:pt>
    <dgm:pt modelId="{D7A58774-BBEA-46B2-A1C0-55E192F7F0DF}" type="pres">
      <dgm:prSet presAssocID="{04551914-A0F4-41F8-87D2-3DE0A07E4527}" presName="compNode" presStyleCnt="0"/>
      <dgm:spPr/>
    </dgm:pt>
    <dgm:pt modelId="{57B5CE22-E282-4A4E-9BFC-A73FD2EBE5A5}" type="pres">
      <dgm:prSet presAssocID="{04551914-A0F4-41F8-87D2-3DE0A07E4527}" presName="bkgdShape" presStyleLbl="node1" presStyleIdx="4" presStyleCnt="7"/>
      <dgm:spPr/>
      <dgm:t>
        <a:bodyPr/>
        <a:lstStyle/>
        <a:p>
          <a:endParaRPr lang="en-US"/>
        </a:p>
      </dgm:t>
    </dgm:pt>
    <dgm:pt modelId="{358946D5-C1A5-497B-9355-30798014E683}" type="pres">
      <dgm:prSet presAssocID="{04551914-A0F4-41F8-87D2-3DE0A07E4527}" presName="nodeTx" presStyleLbl="node1" presStyleIdx="4" presStyleCnt="7">
        <dgm:presLayoutVars>
          <dgm:bulletEnabled val="1"/>
        </dgm:presLayoutVars>
      </dgm:prSet>
      <dgm:spPr/>
      <dgm:t>
        <a:bodyPr/>
        <a:lstStyle/>
        <a:p>
          <a:endParaRPr lang="en-US"/>
        </a:p>
      </dgm:t>
    </dgm:pt>
    <dgm:pt modelId="{99D4E265-0A68-40A1-A453-9849E3D18D5B}" type="pres">
      <dgm:prSet presAssocID="{04551914-A0F4-41F8-87D2-3DE0A07E4527}" presName="invisiNode" presStyleLbl="node1" presStyleIdx="4" presStyleCnt="7"/>
      <dgm:spPr/>
    </dgm:pt>
    <dgm:pt modelId="{E45E5C98-FAD3-4B4C-9748-DDDFE5362404}" type="pres">
      <dgm:prSet presAssocID="{04551914-A0F4-41F8-87D2-3DE0A07E4527}" presName="imagNode" presStyleLbl="fgImgPlace1" presStyleIdx="4" presStyleCnt="7"/>
      <dgm:spPr>
        <a:blipFill dpi="0" rotWithShape="1">
          <a:blip xmlns:r="http://schemas.openxmlformats.org/officeDocument/2006/relationships" r:embed="rId5">
            <a:extLst>
              <a:ext uri="{28A0092B-C50C-407E-A947-70E740481C1C}">
                <a14:useLocalDpi xmlns:a14="http://schemas.microsoft.com/office/drawing/2010/main" val="0"/>
              </a:ext>
            </a:extLst>
          </a:blip>
          <a:srcRect/>
          <a:stretch>
            <a:fillRect l="-5931" t="-6305" r="-124069" b="6305"/>
          </a:stretch>
        </a:blipFill>
      </dgm:spPr>
      <dgm:t>
        <a:bodyPr/>
        <a:lstStyle/>
        <a:p>
          <a:endParaRPr lang="en-US"/>
        </a:p>
      </dgm:t>
    </dgm:pt>
    <dgm:pt modelId="{4D88B900-C1B3-4086-B139-B9BD0254EF1B}" type="pres">
      <dgm:prSet presAssocID="{EE4C0965-F429-4826-AC21-BA23C43A4259}" presName="sibTrans" presStyleLbl="sibTrans2D1" presStyleIdx="0" presStyleCnt="0"/>
      <dgm:spPr/>
      <dgm:t>
        <a:bodyPr/>
        <a:lstStyle/>
        <a:p>
          <a:endParaRPr lang="en-US"/>
        </a:p>
      </dgm:t>
    </dgm:pt>
    <dgm:pt modelId="{255CE080-603C-4090-A725-D78A916B3B8D}" type="pres">
      <dgm:prSet presAssocID="{EE311AB7-E9C5-4101-9C60-A8B1B5F7F04E}" presName="compNode" presStyleCnt="0"/>
      <dgm:spPr/>
    </dgm:pt>
    <dgm:pt modelId="{1F63C283-B822-4F3E-AF89-42E507133D92}" type="pres">
      <dgm:prSet presAssocID="{EE311AB7-E9C5-4101-9C60-A8B1B5F7F04E}" presName="bkgdShape" presStyleLbl="node1" presStyleIdx="5" presStyleCnt="7"/>
      <dgm:spPr/>
      <dgm:t>
        <a:bodyPr/>
        <a:lstStyle/>
        <a:p>
          <a:endParaRPr lang="en-US"/>
        </a:p>
      </dgm:t>
    </dgm:pt>
    <dgm:pt modelId="{4416EAD1-CDAD-47F3-BD13-5213E569B5A1}" type="pres">
      <dgm:prSet presAssocID="{EE311AB7-E9C5-4101-9C60-A8B1B5F7F04E}" presName="nodeTx" presStyleLbl="node1" presStyleIdx="5" presStyleCnt="7">
        <dgm:presLayoutVars>
          <dgm:bulletEnabled val="1"/>
        </dgm:presLayoutVars>
      </dgm:prSet>
      <dgm:spPr/>
      <dgm:t>
        <a:bodyPr/>
        <a:lstStyle/>
        <a:p>
          <a:endParaRPr lang="en-US"/>
        </a:p>
      </dgm:t>
    </dgm:pt>
    <dgm:pt modelId="{E83BB542-66AA-4EFC-BB89-66E588CCCD32}" type="pres">
      <dgm:prSet presAssocID="{EE311AB7-E9C5-4101-9C60-A8B1B5F7F04E}" presName="invisiNode" presStyleLbl="node1" presStyleIdx="5" presStyleCnt="7"/>
      <dgm:spPr/>
    </dgm:pt>
    <dgm:pt modelId="{43C09822-D16A-4B80-9532-1C8EB57000F7}" type="pres">
      <dgm:prSet presAssocID="{EE311AB7-E9C5-4101-9C60-A8B1B5F7F04E}" presName="imagNode" presStyleLbl="fgImgPlace1" presStyleIdx="5" presStyleCnt="7"/>
      <dgm:spPr>
        <a:blipFill dpi="0" rotWithShape="1">
          <a:blip xmlns:r="http://schemas.openxmlformats.org/officeDocument/2006/relationships" r:embed="rId6" cstate="print">
            <a:extLst>
              <a:ext uri="{28A0092B-C50C-407E-A947-70E740481C1C}">
                <a14:useLocalDpi xmlns:a14="http://schemas.microsoft.com/office/drawing/2010/main" val="0"/>
              </a:ext>
            </a:extLst>
          </a:blip>
          <a:srcRect/>
          <a:stretch>
            <a:fillRect l="909" t="1576" r="-909" b="-1576"/>
          </a:stretch>
        </a:blipFill>
      </dgm:spPr>
      <dgm:t>
        <a:bodyPr/>
        <a:lstStyle/>
        <a:p>
          <a:endParaRPr lang="en-US"/>
        </a:p>
      </dgm:t>
    </dgm:pt>
    <dgm:pt modelId="{9CF421C6-3365-43C3-847E-7BFE0B4494AE}" type="pres">
      <dgm:prSet presAssocID="{334E9B2D-D90F-4428-9045-2F3E8C4E7DCF}" presName="sibTrans" presStyleLbl="sibTrans2D1" presStyleIdx="0" presStyleCnt="0"/>
      <dgm:spPr/>
      <dgm:t>
        <a:bodyPr/>
        <a:lstStyle/>
        <a:p>
          <a:endParaRPr lang="en-US"/>
        </a:p>
      </dgm:t>
    </dgm:pt>
    <dgm:pt modelId="{A7CE4467-A3C8-45FD-9DC2-131C09162623}" type="pres">
      <dgm:prSet presAssocID="{4A3905BC-25CE-4A78-A06A-8DF27F4FD2CA}" presName="compNode" presStyleCnt="0"/>
      <dgm:spPr/>
    </dgm:pt>
    <dgm:pt modelId="{55C59899-A8F0-4D49-A803-36F4EE5CFC52}" type="pres">
      <dgm:prSet presAssocID="{4A3905BC-25CE-4A78-A06A-8DF27F4FD2CA}" presName="bkgdShape" presStyleLbl="node1" presStyleIdx="6" presStyleCnt="7"/>
      <dgm:spPr/>
      <dgm:t>
        <a:bodyPr/>
        <a:lstStyle/>
        <a:p>
          <a:endParaRPr lang="en-US"/>
        </a:p>
      </dgm:t>
    </dgm:pt>
    <dgm:pt modelId="{7776C654-D2D9-4D19-8D36-8A2DD16F027A}" type="pres">
      <dgm:prSet presAssocID="{4A3905BC-25CE-4A78-A06A-8DF27F4FD2CA}" presName="nodeTx" presStyleLbl="node1" presStyleIdx="6" presStyleCnt="7">
        <dgm:presLayoutVars>
          <dgm:bulletEnabled val="1"/>
        </dgm:presLayoutVars>
      </dgm:prSet>
      <dgm:spPr/>
      <dgm:t>
        <a:bodyPr/>
        <a:lstStyle/>
        <a:p>
          <a:endParaRPr lang="en-US"/>
        </a:p>
      </dgm:t>
    </dgm:pt>
    <dgm:pt modelId="{9C51A8B3-DA58-43B5-89CA-C59A3697F127}" type="pres">
      <dgm:prSet presAssocID="{4A3905BC-25CE-4A78-A06A-8DF27F4FD2CA}" presName="invisiNode" presStyleLbl="node1" presStyleIdx="6" presStyleCnt="7"/>
      <dgm:spPr/>
    </dgm:pt>
    <dgm:pt modelId="{C54C26D6-20FF-4834-A338-FA0EDAD3D5EE}" type="pres">
      <dgm:prSet presAssocID="{4A3905BC-25CE-4A78-A06A-8DF27F4FD2CA}" presName="imagNode" presStyleLbl="fgImgPlace1" presStyleIdx="6" presStyleCnt="7"/>
      <dgm:spPr>
        <a:blipFill dpi="0" rotWithShape="1">
          <a:blip xmlns:r="http://schemas.openxmlformats.org/officeDocument/2006/relationships" r:embed="rId7">
            <a:extLst>
              <a:ext uri="{28A0092B-C50C-407E-A947-70E740481C1C}">
                <a14:useLocalDpi xmlns:a14="http://schemas.microsoft.com/office/drawing/2010/main" val="0"/>
              </a:ext>
            </a:extLst>
          </a:blip>
          <a:srcRect/>
          <a:stretch>
            <a:fillRect l="-9361" t="-11822" r="3361" b="11822"/>
          </a:stretch>
        </a:blipFill>
      </dgm:spPr>
      <dgm:t>
        <a:bodyPr/>
        <a:lstStyle/>
        <a:p>
          <a:endParaRPr lang="en-US"/>
        </a:p>
      </dgm:t>
    </dgm:pt>
  </dgm:ptLst>
  <dgm:cxnLst>
    <dgm:cxn modelId="{0176F938-6FD9-428D-BACC-5B21BCF03AF8}" type="presOf" srcId="{99344303-D99F-44BD-AD4C-7EFB91E55EA6}" destId="{F2DD951A-FE04-4C63-BCC9-B44FE388AA40}" srcOrd="1" destOrd="0" presId="urn:microsoft.com/office/officeart/2005/8/layout/hList7"/>
    <dgm:cxn modelId="{504461D6-3CBA-4AAA-8973-A6BC3D15F805}" type="presOf" srcId="{1E1EC208-1E37-41CB-991A-4AAD2908FB23}" destId="{E632AA68-BE5B-41BF-8484-7E297B86ECF5}" srcOrd="0" destOrd="0" presId="urn:microsoft.com/office/officeart/2005/8/layout/hList7"/>
    <dgm:cxn modelId="{4D328057-D9C8-4B79-AB22-91DF5F121C96}" type="presOf" srcId="{99344303-D99F-44BD-AD4C-7EFB91E55EA6}" destId="{3ED51592-4B76-4494-8263-1DCF7C51CD54}" srcOrd="0" destOrd="0" presId="urn:microsoft.com/office/officeart/2005/8/layout/hList7"/>
    <dgm:cxn modelId="{33833901-8839-4961-B085-F836AEF4AFBE}" type="presOf" srcId="{04551914-A0F4-41F8-87D2-3DE0A07E4527}" destId="{57B5CE22-E282-4A4E-9BFC-A73FD2EBE5A5}" srcOrd="0" destOrd="0" presId="urn:microsoft.com/office/officeart/2005/8/layout/hList7"/>
    <dgm:cxn modelId="{AEC9C099-4B59-4B21-93FD-FDE3EB1B6F3C}" type="presOf" srcId="{EE311AB7-E9C5-4101-9C60-A8B1B5F7F04E}" destId="{1F63C283-B822-4F3E-AF89-42E507133D92}" srcOrd="0" destOrd="0" presId="urn:microsoft.com/office/officeart/2005/8/layout/hList7"/>
    <dgm:cxn modelId="{A80C7D06-4722-46CA-BF2D-4FB34368A768}" srcId="{1E1EC208-1E37-41CB-991A-4AAD2908FB23}" destId="{C5408224-4386-454A-843F-9752EB4F8EFF}" srcOrd="3" destOrd="0" parTransId="{EC487C58-A86D-4DA6-B2FF-1D8ED50E5249}" sibTransId="{A145CF15-2A5F-47C0-96E5-034047DBF5FD}"/>
    <dgm:cxn modelId="{C97ED5AA-48AA-4227-9866-5125F7040DC6}" srcId="{1E1EC208-1E37-41CB-991A-4AAD2908FB23}" destId="{04551914-A0F4-41F8-87D2-3DE0A07E4527}" srcOrd="4" destOrd="0" parTransId="{DEA430EB-2447-4242-BDC1-1AC7C3D279FC}" sibTransId="{EE4C0965-F429-4826-AC21-BA23C43A4259}"/>
    <dgm:cxn modelId="{443103E5-BAA8-488E-B548-9034A23340E4}" type="presOf" srcId="{EE311AB7-E9C5-4101-9C60-A8B1B5F7F04E}" destId="{4416EAD1-CDAD-47F3-BD13-5213E569B5A1}" srcOrd="1" destOrd="0" presId="urn:microsoft.com/office/officeart/2005/8/layout/hList7"/>
    <dgm:cxn modelId="{29B1E66B-359E-4EF2-98C4-D4802645BE1E}" srcId="{1E1EC208-1E37-41CB-991A-4AAD2908FB23}" destId="{748E8D30-DC15-452B-B740-8FAB73E4FCE3}" srcOrd="2" destOrd="0" parTransId="{35DDE337-C584-4934-A34E-7E50883E65D4}" sibTransId="{5B9C10DB-00D7-42C8-A406-E59CA4C1104F}"/>
    <dgm:cxn modelId="{CB194388-EBCE-4D7F-BF45-9E9F4A7192C6}" srcId="{1E1EC208-1E37-41CB-991A-4AAD2908FB23}" destId="{4A3905BC-25CE-4A78-A06A-8DF27F4FD2CA}" srcOrd="6" destOrd="0" parTransId="{818494E1-C8D6-48CE-8EC1-7068BA97FB4B}" sibTransId="{E7FBB98E-F085-4A12-9036-4BC0BEC94CC5}"/>
    <dgm:cxn modelId="{BB4BBA5C-7B6F-469F-A2E7-C8CE37478CFC}" srcId="{1E1EC208-1E37-41CB-991A-4AAD2908FB23}" destId="{EE311AB7-E9C5-4101-9C60-A8B1B5F7F04E}" srcOrd="5" destOrd="0" parTransId="{71C1CFF3-4229-46ED-B3D7-7E0B23C01E2E}" sibTransId="{334E9B2D-D90F-4428-9045-2F3E8C4E7DCF}"/>
    <dgm:cxn modelId="{6F463C6C-AFBE-49BA-B8C3-B31C28651850}" type="presOf" srcId="{5B9C10DB-00D7-42C8-A406-E59CA4C1104F}" destId="{F873BF21-006A-46ED-9D0B-963B1F04D938}" srcOrd="0" destOrd="0" presId="urn:microsoft.com/office/officeart/2005/8/layout/hList7"/>
    <dgm:cxn modelId="{F9122D9A-727A-4474-B603-71DD131A21D7}" type="presOf" srcId="{4A3905BC-25CE-4A78-A06A-8DF27F4FD2CA}" destId="{7776C654-D2D9-4D19-8D36-8A2DD16F027A}" srcOrd="1" destOrd="0" presId="urn:microsoft.com/office/officeart/2005/8/layout/hList7"/>
    <dgm:cxn modelId="{31DD0690-1951-45E9-ACC2-D719D1B0BCF4}" type="presOf" srcId="{C5408224-4386-454A-843F-9752EB4F8EFF}" destId="{C5CBA556-725E-4276-BFEA-C5BEFFD279B0}" srcOrd="1" destOrd="0" presId="urn:microsoft.com/office/officeart/2005/8/layout/hList7"/>
    <dgm:cxn modelId="{E0AB021B-BA25-49C3-A037-3A06A1E77766}" type="presOf" srcId="{EE4C0965-F429-4826-AC21-BA23C43A4259}" destId="{4D88B900-C1B3-4086-B139-B9BD0254EF1B}" srcOrd="0" destOrd="0" presId="urn:microsoft.com/office/officeart/2005/8/layout/hList7"/>
    <dgm:cxn modelId="{1A30C2EB-255A-4417-ADD2-94AEC5E00607}" type="presOf" srcId="{748E8D30-DC15-452B-B740-8FAB73E4FCE3}" destId="{798BC9DD-D748-40E0-AA8C-D3085E2829CB}" srcOrd="0" destOrd="0" presId="urn:microsoft.com/office/officeart/2005/8/layout/hList7"/>
    <dgm:cxn modelId="{F758CBFB-C065-4A4C-A839-4FC39FFEFD54}" type="presOf" srcId="{9C3296AA-EEE2-4EB4-86A5-8AC39B1AFBDA}" destId="{37AD199E-F8BA-4D01-8D8B-AD166861CA66}" srcOrd="1" destOrd="0" presId="urn:microsoft.com/office/officeart/2005/8/layout/hList7"/>
    <dgm:cxn modelId="{65B7C46A-D5BC-4278-9F48-6906DA63495C}" type="presOf" srcId="{A145CF15-2A5F-47C0-96E5-034047DBF5FD}" destId="{002D93F6-4589-4BAA-BE9A-E07105F9FA63}" srcOrd="0" destOrd="0" presId="urn:microsoft.com/office/officeart/2005/8/layout/hList7"/>
    <dgm:cxn modelId="{F00AC7CD-346D-4395-93C7-4C43486AF5C1}" type="presOf" srcId="{9C3296AA-EEE2-4EB4-86A5-8AC39B1AFBDA}" destId="{08E249D5-99DD-4343-B0E5-4C0CAE1F2B47}" srcOrd="0" destOrd="0" presId="urn:microsoft.com/office/officeart/2005/8/layout/hList7"/>
    <dgm:cxn modelId="{3EDDC8ED-C006-49E2-8F16-E5B66BD0F9E8}" type="presOf" srcId="{11843335-85CD-4D8C-9B23-9130DB4A4C44}" destId="{E0E4F7A9-D473-4D6F-87A8-6CC66EAF1E9B}" srcOrd="0" destOrd="0" presId="urn:microsoft.com/office/officeart/2005/8/layout/hList7"/>
    <dgm:cxn modelId="{FAD137C0-BB27-44DE-8D88-4D746B779617}" srcId="{1E1EC208-1E37-41CB-991A-4AAD2908FB23}" destId="{99344303-D99F-44BD-AD4C-7EFB91E55EA6}" srcOrd="0" destOrd="0" parTransId="{2FE11BDE-1998-48D7-B328-2AEAAC0DDEBB}" sibTransId="{11843335-85CD-4D8C-9B23-9130DB4A4C44}"/>
    <dgm:cxn modelId="{463B4F8A-09EE-47C2-B9FC-B49D9686E8D5}" type="presOf" srcId="{334E9B2D-D90F-4428-9045-2F3E8C4E7DCF}" destId="{9CF421C6-3365-43C3-847E-7BFE0B4494AE}" srcOrd="0" destOrd="0" presId="urn:microsoft.com/office/officeart/2005/8/layout/hList7"/>
    <dgm:cxn modelId="{1AF9CDAE-D272-4C9D-9564-335B79419254}" type="presOf" srcId="{04551914-A0F4-41F8-87D2-3DE0A07E4527}" destId="{358946D5-C1A5-497B-9355-30798014E683}" srcOrd="1" destOrd="0" presId="urn:microsoft.com/office/officeart/2005/8/layout/hList7"/>
    <dgm:cxn modelId="{A0A67F34-A003-4FA3-AA11-A7C50F959366}" type="presOf" srcId="{775E8EA6-C05D-4DBE-A92E-D651F772A01B}" destId="{BCEFE1A6-8F01-4887-98C1-E42603D7AACF}" srcOrd="0" destOrd="0" presId="urn:microsoft.com/office/officeart/2005/8/layout/hList7"/>
    <dgm:cxn modelId="{1DF099EC-149A-4DDD-91FE-4780D4E7C3B8}" srcId="{1E1EC208-1E37-41CB-991A-4AAD2908FB23}" destId="{9C3296AA-EEE2-4EB4-86A5-8AC39B1AFBDA}" srcOrd="1" destOrd="0" parTransId="{9B9455A3-DAC3-4A56-ADC3-217E58DD86BC}" sibTransId="{775E8EA6-C05D-4DBE-A92E-D651F772A01B}"/>
    <dgm:cxn modelId="{BC659858-E0CF-4A48-A3D0-A0E3061619B3}" type="presOf" srcId="{4A3905BC-25CE-4A78-A06A-8DF27F4FD2CA}" destId="{55C59899-A8F0-4D49-A803-36F4EE5CFC52}" srcOrd="0" destOrd="0" presId="urn:microsoft.com/office/officeart/2005/8/layout/hList7"/>
    <dgm:cxn modelId="{FB53081D-8F5E-4C7B-A6AE-0B875795EE4B}" type="presOf" srcId="{748E8D30-DC15-452B-B740-8FAB73E4FCE3}" destId="{C430899F-8BC1-41DD-9DF1-8BC1E92DA1AA}" srcOrd="1" destOrd="0" presId="urn:microsoft.com/office/officeart/2005/8/layout/hList7"/>
    <dgm:cxn modelId="{61CAE785-4DF8-41AF-9753-C9508E0F7C61}" type="presOf" srcId="{C5408224-4386-454A-843F-9752EB4F8EFF}" destId="{CB7E1DDE-B8AE-43BE-81E7-5D07D1B99C2A}" srcOrd="0" destOrd="0" presId="urn:microsoft.com/office/officeart/2005/8/layout/hList7"/>
    <dgm:cxn modelId="{3A635849-46A7-4802-94AF-35200851BD1E}" type="presParOf" srcId="{E632AA68-BE5B-41BF-8484-7E297B86ECF5}" destId="{C4AC15B4-4DD6-4B2C-8786-C075E95AA200}" srcOrd="0" destOrd="0" presId="urn:microsoft.com/office/officeart/2005/8/layout/hList7"/>
    <dgm:cxn modelId="{FA2BF9D1-D436-40E8-9D0B-FD59301D2AF5}" type="presParOf" srcId="{E632AA68-BE5B-41BF-8484-7E297B86ECF5}" destId="{362DE63F-55BF-4178-9649-18E5239D2289}" srcOrd="1" destOrd="0" presId="urn:microsoft.com/office/officeart/2005/8/layout/hList7"/>
    <dgm:cxn modelId="{03059DD6-ADFD-4ADF-8A5A-DC9071D7EBA7}" type="presParOf" srcId="{362DE63F-55BF-4178-9649-18E5239D2289}" destId="{2A688544-E907-4806-9C22-AEA1F4F064F3}" srcOrd="0" destOrd="0" presId="urn:microsoft.com/office/officeart/2005/8/layout/hList7"/>
    <dgm:cxn modelId="{6E711EFE-065F-41A4-B3E8-2FC6FEC0E65F}" type="presParOf" srcId="{2A688544-E907-4806-9C22-AEA1F4F064F3}" destId="{3ED51592-4B76-4494-8263-1DCF7C51CD54}" srcOrd="0" destOrd="0" presId="urn:microsoft.com/office/officeart/2005/8/layout/hList7"/>
    <dgm:cxn modelId="{1B9CB5D7-3586-4F7C-BD1B-9761F926C781}" type="presParOf" srcId="{2A688544-E907-4806-9C22-AEA1F4F064F3}" destId="{F2DD951A-FE04-4C63-BCC9-B44FE388AA40}" srcOrd="1" destOrd="0" presId="urn:microsoft.com/office/officeart/2005/8/layout/hList7"/>
    <dgm:cxn modelId="{B74D000C-E70D-4D39-93DD-B12C5AE60F9B}" type="presParOf" srcId="{2A688544-E907-4806-9C22-AEA1F4F064F3}" destId="{6EE73BD3-691E-4369-B218-BDCE41829CA1}" srcOrd="2" destOrd="0" presId="urn:microsoft.com/office/officeart/2005/8/layout/hList7"/>
    <dgm:cxn modelId="{D5017E16-C600-4B81-B9AD-6BF4D7961D16}" type="presParOf" srcId="{2A688544-E907-4806-9C22-AEA1F4F064F3}" destId="{B62608C7-286A-42A0-A60A-8429295B03AB}" srcOrd="3" destOrd="0" presId="urn:microsoft.com/office/officeart/2005/8/layout/hList7"/>
    <dgm:cxn modelId="{C866F360-11FF-4220-865F-4F346D4B98C6}" type="presParOf" srcId="{362DE63F-55BF-4178-9649-18E5239D2289}" destId="{E0E4F7A9-D473-4D6F-87A8-6CC66EAF1E9B}" srcOrd="1" destOrd="0" presId="urn:microsoft.com/office/officeart/2005/8/layout/hList7"/>
    <dgm:cxn modelId="{CEBDAB0F-531D-48DA-85B3-F3D278AD075D}" type="presParOf" srcId="{362DE63F-55BF-4178-9649-18E5239D2289}" destId="{DBC8DF48-3E9E-4FAB-91D7-5F19691AD052}" srcOrd="2" destOrd="0" presId="urn:microsoft.com/office/officeart/2005/8/layout/hList7"/>
    <dgm:cxn modelId="{C2A949A0-4942-4B9B-A2C1-ABE3C662F104}" type="presParOf" srcId="{DBC8DF48-3E9E-4FAB-91D7-5F19691AD052}" destId="{08E249D5-99DD-4343-B0E5-4C0CAE1F2B47}" srcOrd="0" destOrd="0" presId="urn:microsoft.com/office/officeart/2005/8/layout/hList7"/>
    <dgm:cxn modelId="{1A80A029-0FEB-4E46-AB26-CBDE6B63540B}" type="presParOf" srcId="{DBC8DF48-3E9E-4FAB-91D7-5F19691AD052}" destId="{37AD199E-F8BA-4D01-8D8B-AD166861CA66}" srcOrd="1" destOrd="0" presId="urn:microsoft.com/office/officeart/2005/8/layout/hList7"/>
    <dgm:cxn modelId="{B4AED35A-1A57-48C0-99C8-8195F1EA2121}" type="presParOf" srcId="{DBC8DF48-3E9E-4FAB-91D7-5F19691AD052}" destId="{39BD4640-2D07-4BF9-A755-1EBBD58F6E28}" srcOrd="2" destOrd="0" presId="urn:microsoft.com/office/officeart/2005/8/layout/hList7"/>
    <dgm:cxn modelId="{16FE3B6A-1E00-482E-BEDF-8EA4A89C4907}" type="presParOf" srcId="{DBC8DF48-3E9E-4FAB-91D7-5F19691AD052}" destId="{68705B8D-1717-4FAC-B6F0-BB5D80A06965}" srcOrd="3" destOrd="0" presId="urn:microsoft.com/office/officeart/2005/8/layout/hList7"/>
    <dgm:cxn modelId="{F2658BEA-F6A3-4B80-A663-BE666658AB8B}" type="presParOf" srcId="{362DE63F-55BF-4178-9649-18E5239D2289}" destId="{BCEFE1A6-8F01-4887-98C1-E42603D7AACF}" srcOrd="3" destOrd="0" presId="urn:microsoft.com/office/officeart/2005/8/layout/hList7"/>
    <dgm:cxn modelId="{98100D5A-AC29-4352-8BD8-3F2808211FC9}" type="presParOf" srcId="{362DE63F-55BF-4178-9649-18E5239D2289}" destId="{BF26B40C-5B87-4F08-9CAC-8ACFD18798ED}" srcOrd="4" destOrd="0" presId="urn:microsoft.com/office/officeart/2005/8/layout/hList7"/>
    <dgm:cxn modelId="{49C553DC-6B36-4CD4-8703-C54EEFCB0278}" type="presParOf" srcId="{BF26B40C-5B87-4F08-9CAC-8ACFD18798ED}" destId="{798BC9DD-D748-40E0-AA8C-D3085E2829CB}" srcOrd="0" destOrd="0" presId="urn:microsoft.com/office/officeart/2005/8/layout/hList7"/>
    <dgm:cxn modelId="{CFD773F5-E2C6-4100-BFF3-88F740BBD489}" type="presParOf" srcId="{BF26B40C-5B87-4F08-9CAC-8ACFD18798ED}" destId="{C430899F-8BC1-41DD-9DF1-8BC1E92DA1AA}" srcOrd="1" destOrd="0" presId="urn:microsoft.com/office/officeart/2005/8/layout/hList7"/>
    <dgm:cxn modelId="{F334741F-8A6F-48DC-921D-62651B24B719}" type="presParOf" srcId="{BF26B40C-5B87-4F08-9CAC-8ACFD18798ED}" destId="{805CE11A-9781-445D-8968-C9BB47F137AE}" srcOrd="2" destOrd="0" presId="urn:microsoft.com/office/officeart/2005/8/layout/hList7"/>
    <dgm:cxn modelId="{6A2B02CA-E4CF-471E-A639-FF5217D8792C}" type="presParOf" srcId="{BF26B40C-5B87-4F08-9CAC-8ACFD18798ED}" destId="{5B02219C-89E6-4F24-9A9A-2F6AB18534EA}" srcOrd="3" destOrd="0" presId="urn:microsoft.com/office/officeart/2005/8/layout/hList7"/>
    <dgm:cxn modelId="{3D88F2F5-2615-4E73-AEDF-2306E7963FEC}" type="presParOf" srcId="{362DE63F-55BF-4178-9649-18E5239D2289}" destId="{F873BF21-006A-46ED-9D0B-963B1F04D938}" srcOrd="5" destOrd="0" presId="urn:microsoft.com/office/officeart/2005/8/layout/hList7"/>
    <dgm:cxn modelId="{9731FF94-644A-4A09-BEB5-2D12CFEB2B79}" type="presParOf" srcId="{362DE63F-55BF-4178-9649-18E5239D2289}" destId="{3E92C037-D466-4D73-9261-B9A0F0B22C4B}" srcOrd="6" destOrd="0" presId="urn:microsoft.com/office/officeart/2005/8/layout/hList7"/>
    <dgm:cxn modelId="{BCA22B02-4F63-48A0-BBAE-1E66A3DD7513}" type="presParOf" srcId="{3E92C037-D466-4D73-9261-B9A0F0B22C4B}" destId="{CB7E1DDE-B8AE-43BE-81E7-5D07D1B99C2A}" srcOrd="0" destOrd="0" presId="urn:microsoft.com/office/officeart/2005/8/layout/hList7"/>
    <dgm:cxn modelId="{083F06F2-ED2A-448D-8C40-B5B9BA8456E0}" type="presParOf" srcId="{3E92C037-D466-4D73-9261-B9A0F0B22C4B}" destId="{C5CBA556-725E-4276-BFEA-C5BEFFD279B0}" srcOrd="1" destOrd="0" presId="urn:microsoft.com/office/officeart/2005/8/layout/hList7"/>
    <dgm:cxn modelId="{7EEF5DB0-AAE0-43B7-B711-B1705DFE0AAE}" type="presParOf" srcId="{3E92C037-D466-4D73-9261-B9A0F0B22C4B}" destId="{48A4DE8F-EEDB-4CFE-ABCB-BDAF2452C804}" srcOrd="2" destOrd="0" presId="urn:microsoft.com/office/officeart/2005/8/layout/hList7"/>
    <dgm:cxn modelId="{73134D20-624D-4147-B597-F86D1099C7A0}" type="presParOf" srcId="{3E92C037-D466-4D73-9261-B9A0F0B22C4B}" destId="{6EF468A1-0C06-49B2-91C8-52963B1AF7E7}" srcOrd="3" destOrd="0" presId="urn:microsoft.com/office/officeart/2005/8/layout/hList7"/>
    <dgm:cxn modelId="{D5DC25B7-35D1-46F8-9BB3-AC8A70A2EFAC}" type="presParOf" srcId="{362DE63F-55BF-4178-9649-18E5239D2289}" destId="{002D93F6-4589-4BAA-BE9A-E07105F9FA63}" srcOrd="7" destOrd="0" presId="urn:microsoft.com/office/officeart/2005/8/layout/hList7"/>
    <dgm:cxn modelId="{31BF76D5-BAA3-4333-961C-474C3DF4524D}" type="presParOf" srcId="{362DE63F-55BF-4178-9649-18E5239D2289}" destId="{D7A58774-BBEA-46B2-A1C0-55E192F7F0DF}" srcOrd="8" destOrd="0" presId="urn:microsoft.com/office/officeart/2005/8/layout/hList7"/>
    <dgm:cxn modelId="{28F8C81C-50B7-40A8-8691-D356B3900223}" type="presParOf" srcId="{D7A58774-BBEA-46B2-A1C0-55E192F7F0DF}" destId="{57B5CE22-E282-4A4E-9BFC-A73FD2EBE5A5}" srcOrd="0" destOrd="0" presId="urn:microsoft.com/office/officeart/2005/8/layout/hList7"/>
    <dgm:cxn modelId="{F688358C-1A0C-4C1C-B86C-E2ABC7742EF2}" type="presParOf" srcId="{D7A58774-BBEA-46B2-A1C0-55E192F7F0DF}" destId="{358946D5-C1A5-497B-9355-30798014E683}" srcOrd="1" destOrd="0" presId="urn:microsoft.com/office/officeart/2005/8/layout/hList7"/>
    <dgm:cxn modelId="{7BA2682F-38D7-4515-B08E-6CF1F22F15EC}" type="presParOf" srcId="{D7A58774-BBEA-46B2-A1C0-55E192F7F0DF}" destId="{99D4E265-0A68-40A1-A453-9849E3D18D5B}" srcOrd="2" destOrd="0" presId="urn:microsoft.com/office/officeart/2005/8/layout/hList7"/>
    <dgm:cxn modelId="{DAAE5503-4B51-41F9-A40A-052C79CD256B}" type="presParOf" srcId="{D7A58774-BBEA-46B2-A1C0-55E192F7F0DF}" destId="{E45E5C98-FAD3-4B4C-9748-DDDFE5362404}" srcOrd="3" destOrd="0" presId="urn:microsoft.com/office/officeart/2005/8/layout/hList7"/>
    <dgm:cxn modelId="{EC9CDEE5-FB34-426E-97CC-021CFDE4008E}" type="presParOf" srcId="{362DE63F-55BF-4178-9649-18E5239D2289}" destId="{4D88B900-C1B3-4086-B139-B9BD0254EF1B}" srcOrd="9" destOrd="0" presId="urn:microsoft.com/office/officeart/2005/8/layout/hList7"/>
    <dgm:cxn modelId="{C7469772-C90E-4555-99CB-AB71C1563D67}" type="presParOf" srcId="{362DE63F-55BF-4178-9649-18E5239D2289}" destId="{255CE080-603C-4090-A725-D78A916B3B8D}" srcOrd="10" destOrd="0" presId="urn:microsoft.com/office/officeart/2005/8/layout/hList7"/>
    <dgm:cxn modelId="{272219C1-3997-42F9-B6E6-8D75A8CAB8E5}" type="presParOf" srcId="{255CE080-603C-4090-A725-D78A916B3B8D}" destId="{1F63C283-B822-4F3E-AF89-42E507133D92}" srcOrd="0" destOrd="0" presId="urn:microsoft.com/office/officeart/2005/8/layout/hList7"/>
    <dgm:cxn modelId="{BC42DD3A-33EF-4B49-8419-96BC5228832A}" type="presParOf" srcId="{255CE080-603C-4090-A725-D78A916B3B8D}" destId="{4416EAD1-CDAD-47F3-BD13-5213E569B5A1}" srcOrd="1" destOrd="0" presId="urn:microsoft.com/office/officeart/2005/8/layout/hList7"/>
    <dgm:cxn modelId="{1D372714-842B-4C42-A10A-D85215A28244}" type="presParOf" srcId="{255CE080-603C-4090-A725-D78A916B3B8D}" destId="{E83BB542-66AA-4EFC-BB89-66E588CCCD32}" srcOrd="2" destOrd="0" presId="urn:microsoft.com/office/officeart/2005/8/layout/hList7"/>
    <dgm:cxn modelId="{888D48BC-F062-4951-908D-0B81820FF41F}" type="presParOf" srcId="{255CE080-603C-4090-A725-D78A916B3B8D}" destId="{43C09822-D16A-4B80-9532-1C8EB57000F7}" srcOrd="3" destOrd="0" presId="urn:microsoft.com/office/officeart/2005/8/layout/hList7"/>
    <dgm:cxn modelId="{45231829-7E7C-4FF6-9FBE-2A47DDF9C47D}" type="presParOf" srcId="{362DE63F-55BF-4178-9649-18E5239D2289}" destId="{9CF421C6-3365-43C3-847E-7BFE0B4494AE}" srcOrd="11" destOrd="0" presId="urn:microsoft.com/office/officeart/2005/8/layout/hList7"/>
    <dgm:cxn modelId="{25D9194B-1BC8-49D1-B286-9557C3E3AE95}" type="presParOf" srcId="{362DE63F-55BF-4178-9649-18E5239D2289}" destId="{A7CE4467-A3C8-45FD-9DC2-131C09162623}" srcOrd="12" destOrd="0" presId="urn:microsoft.com/office/officeart/2005/8/layout/hList7"/>
    <dgm:cxn modelId="{624FDA9E-5742-421A-AF8E-AD8E10C20717}" type="presParOf" srcId="{A7CE4467-A3C8-45FD-9DC2-131C09162623}" destId="{55C59899-A8F0-4D49-A803-36F4EE5CFC52}" srcOrd="0" destOrd="0" presId="urn:microsoft.com/office/officeart/2005/8/layout/hList7"/>
    <dgm:cxn modelId="{6F6ECB65-44D4-4B71-AF98-CD8825898C4F}" type="presParOf" srcId="{A7CE4467-A3C8-45FD-9DC2-131C09162623}" destId="{7776C654-D2D9-4D19-8D36-8A2DD16F027A}" srcOrd="1" destOrd="0" presId="urn:microsoft.com/office/officeart/2005/8/layout/hList7"/>
    <dgm:cxn modelId="{8292A814-D457-4526-8D52-304831100021}" type="presParOf" srcId="{A7CE4467-A3C8-45FD-9DC2-131C09162623}" destId="{9C51A8B3-DA58-43B5-89CA-C59A3697F127}" srcOrd="2" destOrd="0" presId="urn:microsoft.com/office/officeart/2005/8/layout/hList7"/>
    <dgm:cxn modelId="{2951EE23-356E-4694-AC89-02B29AEF1977}" type="presParOf" srcId="{A7CE4467-A3C8-45FD-9DC2-131C09162623}" destId="{C54C26D6-20FF-4834-A338-FA0EDAD3D5EE}" srcOrd="3" destOrd="0" presId="urn:microsoft.com/office/officeart/2005/8/layout/hList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D51592-4B76-4494-8263-1DCF7C51CD54}">
      <dsp:nvSpPr>
        <dsp:cNvPr id="0" name=""/>
        <dsp:cNvSpPr/>
      </dsp:nvSpPr>
      <dsp:spPr>
        <a:xfrm>
          <a:off x="4764" y="0"/>
          <a:ext cx="1597669" cy="5200073"/>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rtl="0">
            <a:lnSpc>
              <a:spcPct val="90000"/>
            </a:lnSpc>
            <a:spcBef>
              <a:spcPct val="0"/>
            </a:spcBef>
            <a:spcAft>
              <a:spcPct val="35000"/>
            </a:spcAft>
          </a:pPr>
          <a:r>
            <a:rPr lang="en-US" sz="1800" kern="1200" dirty="0" smtClean="0">
              <a:latin typeface="Book Antiqua" panose="02040602050305030304" pitchFamily="18" charset="0"/>
            </a:rPr>
            <a:t>Low Frequency (LF): Long-range communication (e.g., maritime).</a:t>
          </a:r>
          <a:endParaRPr lang="en-US" sz="1800" kern="1200" dirty="0">
            <a:latin typeface="Book Antiqua" panose="02040602050305030304" pitchFamily="18" charset="0"/>
          </a:endParaRPr>
        </a:p>
      </dsp:txBody>
      <dsp:txXfrm>
        <a:off x="4764" y="2080029"/>
        <a:ext cx="1597669" cy="2080029"/>
      </dsp:txXfrm>
    </dsp:sp>
    <dsp:sp modelId="{B62608C7-286A-42A0-A60A-8429295B03AB}">
      <dsp:nvSpPr>
        <dsp:cNvPr id="0" name=""/>
        <dsp:cNvSpPr/>
      </dsp:nvSpPr>
      <dsp:spPr>
        <a:xfrm>
          <a:off x="52695" y="330480"/>
          <a:ext cx="1501809" cy="1731624"/>
        </a:xfrm>
        <a:prstGeom prst="ellipse">
          <a:avLst/>
        </a:prstGeom>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l="-7091" t="788" r="-8909" b="-788"/>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8E249D5-99DD-4343-B0E5-4C0CAE1F2B47}">
      <dsp:nvSpPr>
        <dsp:cNvPr id="0" name=""/>
        <dsp:cNvSpPr/>
      </dsp:nvSpPr>
      <dsp:spPr>
        <a:xfrm>
          <a:off x="1650364" y="0"/>
          <a:ext cx="1597669" cy="5200073"/>
        </a:xfrm>
        <a:prstGeom prst="roundRect">
          <a:avLst>
            <a:gd name="adj" fmla="val 10000"/>
          </a:avLst>
        </a:prstGeom>
        <a:solidFill>
          <a:schemeClr val="accent5">
            <a:hueOff val="-1225557"/>
            <a:satOff val="-1705"/>
            <a:lumOff val="-65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rtl="0">
            <a:lnSpc>
              <a:spcPct val="90000"/>
            </a:lnSpc>
            <a:spcBef>
              <a:spcPct val="0"/>
            </a:spcBef>
            <a:spcAft>
              <a:spcPct val="35000"/>
            </a:spcAft>
          </a:pPr>
          <a:r>
            <a:rPr lang="en-US" sz="1800" kern="1200" dirty="0" smtClean="0">
              <a:latin typeface="Book Antiqua" panose="02040602050305030304" pitchFamily="18" charset="0"/>
            </a:rPr>
            <a:t>Medium Frequency (MF): AM radio, navigation.</a:t>
          </a:r>
          <a:endParaRPr lang="en-US" sz="1800" kern="1200" dirty="0">
            <a:latin typeface="Book Antiqua" panose="02040602050305030304" pitchFamily="18" charset="0"/>
          </a:endParaRPr>
        </a:p>
      </dsp:txBody>
      <dsp:txXfrm>
        <a:off x="1650364" y="2080029"/>
        <a:ext cx="1597669" cy="2080029"/>
      </dsp:txXfrm>
    </dsp:sp>
    <dsp:sp modelId="{68705B8D-1717-4FAC-B6F0-BB5D80A06965}">
      <dsp:nvSpPr>
        <dsp:cNvPr id="0" name=""/>
        <dsp:cNvSpPr/>
      </dsp:nvSpPr>
      <dsp:spPr>
        <a:xfrm>
          <a:off x="1698295" y="312004"/>
          <a:ext cx="1501809" cy="1731624"/>
        </a:xfrm>
        <a:prstGeom prst="ellipse">
          <a:avLst/>
        </a:prstGeom>
        <a:blipFill dpi="0" rotWithShape="1">
          <a:blip xmlns:r="http://schemas.openxmlformats.org/officeDocument/2006/relationships" r:embed="rId2">
            <a:extLst>
              <a:ext uri="{28A0092B-C50C-407E-A947-70E740481C1C}">
                <a14:useLocalDpi xmlns:a14="http://schemas.microsoft.com/office/drawing/2010/main" val="0"/>
              </a:ext>
            </a:extLst>
          </a:blip>
          <a:srcRect/>
          <a:stretch>
            <a:fillRect l="-40197" t="3153" r="-123803" b="-3153"/>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98BC9DD-D748-40E0-AA8C-D3085E2829CB}">
      <dsp:nvSpPr>
        <dsp:cNvPr id="0" name=""/>
        <dsp:cNvSpPr/>
      </dsp:nvSpPr>
      <dsp:spPr>
        <a:xfrm>
          <a:off x="3295965" y="0"/>
          <a:ext cx="1597669" cy="5200073"/>
        </a:xfrm>
        <a:prstGeom prst="roundRect">
          <a:avLst>
            <a:gd name="adj" fmla="val 10000"/>
          </a:avLst>
        </a:prstGeom>
        <a:solidFill>
          <a:schemeClr val="accent5">
            <a:hueOff val="-2451115"/>
            <a:satOff val="-3409"/>
            <a:lumOff val="-130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rtl="0">
            <a:lnSpc>
              <a:spcPct val="90000"/>
            </a:lnSpc>
            <a:spcBef>
              <a:spcPct val="0"/>
            </a:spcBef>
            <a:spcAft>
              <a:spcPct val="35000"/>
            </a:spcAft>
          </a:pPr>
          <a:r>
            <a:rPr lang="en-US" sz="1800" kern="1200" dirty="0" smtClean="0">
              <a:latin typeface="Book Antiqua" panose="02040602050305030304" pitchFamily="18" charset="0"/>
            </a:rPr>
            <a:t>High Frequency (HF): Shortwave radio, international broadcasts</a:t>
          </a:r>
          <a:r>
            <a:rPr lang="en-US" sz="1500" kern="1200" dirty="0" smtClean="0"/>
            <a:t>.</a:t>
          </a:r>
          <a:endParaRPr lang="en-US" sz="1500" kern="1200" dirty="0"/>
        </a:p>
      </dsp:txBody>
      <dsp:txXfrm>
        <a:off x="3295965" y="2080029"/>
        <a:ext cx="1597669" cy="2080029"/>
      </dsp:txXfrm>
    </dsp:sp>
    <dsp:sp modelId="{5B02219C-89E6-4F24-9A9A-2F6AB18534EA}">
      <dsp:nvSpPr>
        <dsp:cNvPr id="0" name=""/>
        <dsp:cNvSpPr/>
      </dsp:nvSpPr>
      <dsp:spPr>
        <a:xfrm>
          <a:off x="3343895" y="312004"/>
          <a:ext cx="1501809" cy="1731624"/>
        </a:xfrm>
        <a:prstGeom prst="ellipse">
          <a:avLst/>
        </a:prstGeom>
        <a:blipFill dpi="0" rotWithShape="1">
          <a:blip xmlns:r="http://schemas.openxmlformats.org/officeDocument/2006/relationships" r:embed="rId3">
            <a:extLst>
              <a:ext uri="{28A0092B-C50C-407E-A947-70E740481C1C}">
                <a14:useLocalDpi xmlns:a14="http://schemas.microsoft.com/office/drawing/2010/main" val="0"/>
              </a:ext>
            </a:extLst>
          </a:blip>
          <a:srcRect/>
          <a:stretch>
            <a:fillRect l="-58806" t="-788" r="4806" b="788"/>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B7E1DDE-B8AE-43BE-81E7-5D07D1B99C2A}">
      <dsp:nvSpPr>
        <dsp:cNvPr id="0" name=""/>
        <dsp:cNvSpPr/>
      </dsp:nvSpPr>
      <dsp:spPr>
        <a:xfrm>
          <a:off x="4941565" y="0"/>
          <a:ext cx="1597669" cy="5200073"/>
        </a:xfrm>
        <a:prstGeom prst="roundRect">
          <a:avLst>
            <a:gd name="adj" fmla="val 10000"/>
          </a:avLst>
        </a:prstGeom>
        <a:solidFill>
          <a:schemeClr val="accent5">
            <a:hueOff val="-3676672"/>
            <a:satOff val="-5114"/>
            <a:lumOff val="-19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rtl="0">
            <a:lnSpc>
              <a:spcPct val="90000"/>
            </a:lnSpc>
            <a:spcBef>
              <a:spcPct val="0"/>
            </a:spcBef>
            <a:spcAft>
              <a:spcPct val="35000"/>
            </a:spcAft>
          </a:pPr>
          <a:r>
            <a:rPr lang="en-US" sz="1800" kern="1200" dirty="0" smtClean="0">
              <a:latin typeface="Book Antiqua" panose="02040602050305030304" pitchFamily="18" charset="0"/>
            </a:rPr>
            <a:t>Very High Frequency (VHF): FM radio, television, aircraft communication.</a:t>
          </a:r>
          <a:endParaRPr lang="en-US" sz="1800" kern="1200" dirty="0">
            <a:latin typeface="Book Antiqua" panose="02040602050305030304" pitchFamily="18" charset="0"/>
          </a:endParaRPr>
        </a:p>
      </dsp:txBody>
      <dsp:txXfrm>
        <a:off x="4941565" y="2080029"/>
        <a:ext cx="1597669" cy="2080029"/>
      </dsp:txXfrm>
    </dsp:sp>
    <dsp:sp modelId="{6EF468A1-0C06-49B2-91C8-52963B1AF7E7}">
      <dsp:nvSpPr>
        <dsp:cNvPr id="0" name=""/>
        <dsp:cNvSpPr/>
      </dsp:nvSpPr>
      <dsp:spPr>
        <a:xfrm>
          <a:off x="4989495" y="312004"/>
          <a:ext cx="1501809" cy="1731624"/>
        </a:xfrm>
        <a:prstGeom prst="ellipse">
          <a:avLst/>
        </a:prstGeom>
        <a:blipFill dpi="0" rotWithShape="1">
          <a:blip xmlns:r="http://schemas.openxmlformats.org/officeDocument/2006/relationships" r:embed="rId4">
            <a:extLst>
              <a:ext uri="{28A0092B-C50C-407E-A947-70E740481C1C}">
                <a14:useLocalDpi xmlns:a14="http://schemas.microsoft.com/office/drawing/2010/main" val="0"/>
              </a:ext>
            </a:extLst>
          </a:blip>
          <a:srcRect/>
          <a:stretch>
            <a:fillRect l="-29478" t="2364" r="-158522" b="-2364"/>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7B5CE22-E282-4A4E-9BFC-A73FD2EBE5A5}">
      <dsp:nvSpPr>
        <dsp:cNvPr id="0" name=""/>
        <dsp:cNvSpPr/>
      </dsp:nvSpPr>
      <dsp:spPr>
        <a:xfrm>
          <a:off x="6587165" y="0"/>
          <a:ext cx="1597669" cy="5200073"/>
        </a:xfrm>
        <a:prstGeom prst="roundRect">
          <a:avLst>
            <a:gd name="adj" fmla="val 10000"/>
          </a:avLst>
        </a:prstGeom>
        <a:solidFill>
          <a:schemeClr val="accent5">
            <a:hueOff val="-4902230"/>
            <a:satOff val="-6819"/>
            <a:lumOff val="-261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rtl="0">
            <a:lnSpc>
              <a:spcPct val="90000"/>
            </a:lnSpc>
            <a:spcBef>
              <a:spcPct val="0"/>
            </a:spcBef>
            <a:spcAft>
              <a:spcPct val="35000"/>
            </a:spcAft>
          </a:pPr>
          <a:r>
            <a:rPr lang="en-US" sz="1800" kern="1200" dirty="0" smtClean="0">
              <a:latin typeface="Book Antiqua" panose="02040602050305030304" pitchFamily="18" charset="0"/>
            </a:rPr>
            <a:t>Ultra High Frequency (UHF): Mobile phones, TV, and Wi-Fi</a:t>
          </a:r>
          <a:r>
            <a:rPr lang="en-US" sz="1800" kern="1200" dirty="0" smtClean="0"/>
            <a:t>.</a:t>
          </a:r>
          <a:endParaRPr lang="en-US" sz="1800" kern="1200" dirty="0"/>
        </a:p>
      </dsp:txBody>
      <dsp:txXfrm>
        <a:off x="6587165" y="2080029"/>
        <a:ext cx="1597669" cy="2080029"/>
      </dsp:txXfrm>
    </dsp:sp>
    <dsp:sp modelId="{E45E5C98-FAD3-4B4C-9748-DDDFE5362404}">
      <dsp:nvSpPr>
        <dsp:cNvPr id="0" name=""/>
        <dsp:cNvSpPr/>
      </dsp:nvSpPr>
      <dsp:spPr>
        <a:xfrm>
          <a:off x="6635095" y="312004"/>
          <a:ext cx="1501809" cy="1731624"/>
        </a:xfrm>
        <a:prstGeom prst="ellipse">
          <a:avLst/>
        </a:prstGeom>
        <a:blipFill dpi="0" rotWithShape="1">
          <a:blip xmlns:r="http://schemas.openxmlformats.org/officeDocument/2006/relationships" r:embed="rId5">
            <a:extLst>
              <a:ext uri="{28A0092B-C50C-407E-A947-70E740481C1C}">
                <a14:useLocalDpi xmlns:a14="http://schemas.microsoft.com/office/drawing/2010/main" val="0"/>
              </a:ext>
            </a:extLst>
          </a:blip>
          <a:srcRect/>
          <a:stretch>
            <a:fillRect l="-5931" t="-6305" r="-124069" b="6305"/>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F63C283-B822-4F3E-AF89-42E507133D92}">
      <dsp:nvSpPr>
        <dsp:cNvPr id="0" name=""/>
        <dsp:cNvSpPr/>
      </dsp:nvSpPr>
      <dsp:spPr>
        <a:xfrm>
          <a:off x="8232765" y="0"/>
          <a:ext cx="1597669" cy="5200073"/>
        </a:xfrm>
        <a:prstGeom prst="roundRect">
          <a:avLst>
            <a:gd name="adj" fmla="val 10000"/>
          </a:avLst>
        </a:prstGeom>
        <a:solidFill>
          <a:schemeClr val="accent5">
            <a:hueOff val="-6127787"/>
            <a:satOff val="-8523"/>
            <a:lumOff val="-326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rtl="0">
            <a:lnSpc>
              <a:spcPct val="90000"/>
            </a:lnSpc>
            <a:spcBef>
              <a:spcPct val="0"/>
            </a:spcBef>
            <a:spcAft>
              <a:spcPct val="35000"/>
            </a:spcAft>
          </a:pPr>
          <a:r>
            <a:rPr lang="en-US" sz="1800" kern="1200" dirty="0" smtClean="0">
              <a:latin typeface="Book Antiqua" panose="02040602050305030304" pitchFamily="18" charset="0"/>
            </a:rPr>
            <a:t>Super High Frequency (SHF): Satellites, 5G, and radar.</a:t>
          </a:r>
          <a:endParaRPr lang="en-US" sz="1800" kern="1200" dirty="0">
            <a:latin typeface="Book Antiqua" panose="02040602050305030304" pitchFamily="18" charset="0"/>
          </a:endParaRPr>
        </a:p>
      </dsp:txBody>
      <dsp:txXfrm>
        <a:off x="8232765" y="2080029"/>
        <a:ext cx="1597669" cy="2080029"/>
      </dsp:txXfrm>
    </dsp:sp>
    <dsp:sp modelId="{43C09822-D16A-4B80-9532-1C8EB57000F7}">
      <dsp:nvSpPr>
        <dsp:cNvPr id="0" name=""/>
        <dsp:cNvSpPr/>
      </dsp:nvSpPr>
      <dsp:spPr>
        <a:xfrm>
          <a:off x="8280695" y="312004"/>
          <a:ext cx="1501809" cy="1731624"/>
        </a:xfrm>
        <a:prstGeom prst="ellipse">
          <a:avLst/>
        </a:prstGeom>
        <a:blipFill dpi="0" rotWithShape="1">
          <a:blip xmlns:r="http://schemas.openxmlformats.org/officeDocument/2006/relationships" r:embed="rId6" cstate="print">
            <a:extLst>
              <a:ext uri="{28A0092B-C50C-407E-A947-70E740481C1C}">
                <a14:useLocalDpi xmlns:a14="http://schemas.microsoft.com/office/drawing/2010/main" val="0"/>
              </a:ext>
            </a:extLst>
          </a:blip>
          <a:srcRect/>
          <a:stretch>
            <a:fillRect l="909" t="1576" r="-909" b="-1576"/>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5C59899-A8F0-4D49-A803-36F4EE5CFC52}">
      <dsp:nvSpPr>
        <dsp:cNvPr id="0" name=""/>
        <dsp:cNvSpPr/>
      </dsp:nvSpPr>
      <dsp:spPr>
        <a:xfrm>
          <a:off x="9878365" y="0"/>
          <a:ext cx="1597669" cy="5200073"/>
        </a:xfrm>
        <a:prstGeom prst="roundRect">
          <a:avLst>
            <a:gd name="adj" fmla="val 10000"/>
          </a:avLst>
        </a:prstGeom>
        <a:solidFill>
          <a:schemeClr val="accent5">
            <a:hueOff val="-7353344"/>
            <a:satOff val="-10228"/>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rtl="0">
            <a:lnSpc>
              <a:spcPct val="90000"/>
            </a:lnSpc>
            <a:spcBef>
              <a:spcPct val="0"/>
            </a:spcBef>
            <a:spcAft>
              <a:spcPct val="35000"/>
            </a:spcAft>
          </a:pPr>
          <a:r>
            <a:rPr lang="en-US" sz="1800" kern="1200" dirty="0" smtClean="0">
              <a:latin typeface="Book Antiqua" panose="02040602050305030304" pitchFamily="18" charset="0"/>
            </a:rPr>
            <a:t>Extremely High Frequency (EHF): Advanced military and space applications</a:t>
          </a:r>
          <a:r>
            <a:rPr lang="en-US" sz="1500" kern="1200" dirty="0" smtClean="0"/>
            <a:t>.</a:t>
          </a:r>
          <a:endParaRPr lang="en-US" sz="1500" kern="1200" dirty="0"/>
        </a:p>
      </dsp:txBody>
      <dsp:txXfrm>
        <a:off x="9878365" y="2080029"/>
        <a:ext cx="1597669" cy="2080029"/>
      </dsp:txXfrm>
    </dsp:sp>
    <dsp:sp modelId="{C54C26D6-20FF-4834-A338-FA0EDAD3D5EE}">
      <dsp:nvSpPr>
        <dsp:cNvPr id="0" name=""/>
        <dsp:cNvSpPr/>
      </dsp:nvSpPr>
      <dsp:spPr>
        <a:xfrm>
          <a:off x="9926295" y="312004"/>
          <a:ext cx="1501809" cy="1731624"/>
        </a:xfrm>
        <a:prstGeom prst="ellipse">
          <a:avLst/>
        </a:prstGeom>
        <a:blipFill dpi="0" rotWithShape="1">
          <a:blip xmlns:r="http://schemas.openxmlformats.org/officeDocument/2006/relationships" r:embed="rId7">
            <a:extLst>
              <a:ext uri="{28A0092B-C50C-407E-A947-70E740481C1C}">
                <a14:useLocalDpi xmlns:a14="http://schemas.microsoft.com/office/drawing/2010/main" val="0"/>
              </a:ext>
            </a:extLst>
          </a:blip>
          <a:srcRect/>
          <a:stretch>
            <a:fillRect l="-9361" t="-11822" r="3361" b="11822"/>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4AC15B4-4DD6-4B2C-8786-C075E95AA200}">
      <dsp:nvSpPr>
        <dsp:cNvPr id="0" name=""/>
        <dsp:cNvSpPr/>
      </dsp:nvSpPr>
      <dsp:spPr>
        <a:xfrm>
          <a:off x="791628" y="4228995"/>
          <a:ext cx="10562336" cy="780010"/>
        </a:xfrm>
        <a:prstGeom prst="rightArrow">
          <a:avLst/>
        </a:prstGeom>
        <a:solidFill>
          <a:schemeClr val="accent1">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List7">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904E451-9F91-4674-9DF0-D2EF343102C3}"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A95775-03A3-4514-ABA5-A9E9079A119D}" type="slidenum">
              <a:rPr lang="en-US" smtClean="0"/>
              <a:t>‹#›</a:t>
            </a:fld>
            <a:endParaRPr lang="en-US"/>
          </a:p>
        </p:txBody>
      </p:sp>
    </p:spTree>
    <p:extLst>
      <p:ext uri="{BB962C8B-B14F-4D97-AF65-F5344CB8AC3E}">
        <p14:creationId xmlns:p14="http://schemas.microsoft.com/office/powerpoint/2010/main" val="94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5400">
                <a:solidFill>
                  <a:schemeClr val="accent1">
                    <a:lumMod val="75000"/>
                  </a:schemeClr>
                </a:solidFill>
                <a:latin typeface="Book Antiqua" panose="02040602050305030304" pitchFamily="18" charset="0"/>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normAutofit/>
          </a:bodyPr>
          <a:lstStyle>
            <a:lvl1pPr>
              <a:lnSpc>
                <a:spcPct val="100000"/>
              </a:lnSpc>
              <a:defRPr sz="3200">
                <a:solidFill>
                  <a:schemeClr val="accent1">
                    <a:lumMod val="75000"/>
                  </a:schemeClr>
                </a:solidFill>
                <a:latin typeface="Book Antiqua" panose="02040602050305030304" pitchFamily="18" charset="0"/>
              </a:defRPr>
            </a:lvl1pPr>
            <a:lvl2pPr>
              <a:lnSpc>
                <a:spcPct val="100000"/>
              </a:lnSpc>
              <a:defRPr sz="3200">
                <a:solidFill>
                  <a:schemeClr val="accent1">
                    <a:lumMod val="75000"/>
                  </a:schemeClr>
                </a:solidFill>
                <a:latin typeface="Book Antiqua" panose="02040602050305030304" pitchFamily="18" charset="0"/>
              </a:defRPr>
            </a:lvl2pPr>
            <a:lvl3pPr>
              <a:lnSpc>
                <a:spcPct val="100000"/>
              </a:lnSpc>
              <a:defRPr sz="3200">
                <a:solidFill>
                  <a:schemeClr val="accent1">
                    <a:lumMod val="75000"/>
                  </a:schemeClr>
                </a:solidFill>
                <a:latin typeface="Book Antiqua" panose="02040602050305030304" pitchFamily="18" charset="0"/>
              </a:defRPr>
            </a:lvl3pPr>
            <a:lvl4pPr>
              <a:lnSpc>
                <a:spcPct val="100000"/>
              </a:lnSpc>
              <a:defRPr sz="3200">
                <a:solidFill>
                  <a:schemeClr val="accent1">
                    <a:lumMod val="75000"/>
                  </a:schemeClr>
                </a:solidFill>
                <a:latin typeface="Book Antiqua" panose="02040602050305030304" pitchFamily="18" charset="0"/>
              </a:defRPr>
            </a:lvl4pPr>
            <a:lvl5pPr>
              <a:lnSpc>
                <a:spcPct val="100000"/>
              </a:lnSpc>
              <a:defRPr sz="3200">
                <a:solidFill>
                  <a:schemeClr val="accent1">
                    <a:lumMod val="75000"/>
                  </a:schemeClr>
                </a:solidFill>
                <a:latin typeface="Book Antiqua" panose="02040602050305030304" pitchFamily="18" charset="0"/>
              </a:defRPr>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C904E451-9F91-4674-9DF0-D2EF343102C3}"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A95775-03A3-4514-ABA5-A9E9079A119D}" type="slidenum">
              <a:rPr lang="en-US" smtClean="0"/>
              <a:t>‹#›</a:t>
            </a:fld>
            <a:endParaRPr lang="en-US"/>
          </a:p>
        </p:txBody>
      </p:sp>
    </p:spTree>
    <p:extLst>
      <p:ext uri="{BB962C8B-B14F-4D97-AF65-F5344CB8AC3E}">
        <p14:creationId xmlns:p14="http://schemas.microsoft.com/office/powerpoint/2010/main" val="2687001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904E451-9F91-4674-9DF0-D2EF343102C3}"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A95775-03A3-4514-ABA5-A9E9079A119D}" type="slidenum">
              <a:rPr lang="en-US" smtClean="0"/>
              <a:t>‹#›</a:t>
            </a:fld>
            <a:endParaRPr lang="en-US"/>
          </a:p>
        </p:txBody>
      </p:sp>
    </p:spTree>
    <p:extLst>
      <p:ext uri="{BB962C8B-B14F-4D97-AF65-F5344CB8AC3E}">
        <p14:creationId xmlns:p14="http://schemas.microsoft.com/office/powerpoint/2010/main" val="2577822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904E451-9F91-4674-9DF0-D2EF343102C3}" type="datetimeFigureOut">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A95775-03A3-4514-ABA5-A9E9079A119D}" type="slidenum">
              <a:rPr lang="en-US" smtClean="0"/>
              <a:t>‹#›</a:t>
            </a:fld>
            <a:endParaRPr lang="en-US"/>
          </a:p>
        </p:txBody>
      </p:sp>
    </p:spTree>
    <p:extLst>
      <p:ext uri="{BB962C8B-B14F-4D97-AF65-F5344CB8AC3E}">
        <p14:creationId xmlns:p14="http://schemas.microsoft.com/office/powerpoint/2010/main" val="32067653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904E451-9F91-4674-9DF0-D2EF343102C3}" type="datetimeFigureOut">
              <a:rPr lang="en-US" smtClean="0"/>
              <a:t>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EA95775-03A3-4514-ABA5-A9E9079A119D}" type="slidenum">
              <a:rPr lang="en-US" smtClean="0"/>
              <a:t>‹#›</a:t>
            </a:fld>
            <a:endParaRPr lang="en-US"/>
          </a:p>
        </p:txBody>
      </p:sp>
    </p:spTree>
    <p:extLst>
      <p:ext uri="{BB962C8B-B14F-4D97-AF65-F5344CB8AC3E}">
        <p14:creationId xmlns:p14="http://schemas.microsoft.com/office/powerpoint/2010/main" val="1431495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904E451-9F91-4674-9DF0-D2EF343102C3}" type="datetimeFigureOut">
              <a:rPr lang="en-US" smtClean="0"/>
              <a:t>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A95775-03A3-4514-ABA5-A9E9079A119D}" type="slidenum">
              <a:rPr lang="en-US" smtClean="0"/>
              <a:t>‹#›</a:t>
            </a:fld>
            <a:endParaRPr lang="en-US"/>
          </a:p>
        </p:txBody>
      </p:sp>
    </p:spTree>
    <p:extLst>
      <p:ext uri="{BB962C8B-B14F-4D97-AF65-F5344CB8AC3E}">
        <p14:creationId xmlns:p14="http://schemas.microsoft.com/office/powerpoint/2010/main" val="145857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04E451-9F91-4674-9DF0-D2EF343102C3}" type="datetimeFigureOut">
              <a:rPr lang="en-US" smtClean="0"/>
              <a:t>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EA95775-03A3-4514-ABA5-A9E9079A119D}" type="slidenum">
              <a:rPr lang="en-US" smtClean="0"/>
              <a:t>‹#›</a:t>
            </a:fld>
            <a:endParaRPr lang="en-US"/>
          </a:p>
        </p:txBody>
      </p:sp>
    </p:spTree>
    <p:extLst>
      <p:ext uri="{BB962C8B-B14F-4D97-AF65-F5344CB8AC3E}">
        <p14:creationId xmlns:p14="http://schemas.microsoft.com/office/powerpoint/2010/main" val="2305720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904E451-9F91-4674-9DF0-D2EF343102C3}" type="datetimeFigureOut">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A95775-03A3-4514-ABA5-A9E9079A119D}" type="slidenum">
              <a:rPr lang="en-US" smtClean="0"/>
              <a:t>‹#›</a:t>
            </a:fld>
            <a:endParaRPr lang="en-US"/>
          </a:p>
        </p:txBody>
      </p:sp>
    </p:spTree>
    <p:extLst>
      <p:ext uri="{BB962C8B-B14F-4D97-AF65-F5344CB8AC3E}">
        <p14:creationId xmlns:p14="http://schemas.microsoft.com/office/powerpoint/2010/main" val="4218479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904E451-9F91-4674-9DF0-D2EF343102C3}" type="datetimeFigureOut">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A95775-03A3-4514-ABA5-A9E9079A119D}" type="slidenum">
              <a:rPr lang="en-US" smtClean="0"/>
              <a:t>‹#›</a:t>
            </a:fld>
            <a:endParaRPr lang="en-US"/>
          </a:p>
        </p:txBody>
      </p:sp>
    </p:spTree>
    <p:extLst>
      <p:ext uri="{BB962C8B-B14F-4D97-AF65-F5344CB8AC3E}">
        <p14:creationId xmlns:p14="http://schemas.microsoft.com/office/powerpoint/2010/main" val="5460936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904E451-9F91-4674-9DF0-D2EF343102C3}"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A95775-03A3-4514-ABA5-A9E9079A119D}" type="slidenum">
              <a:rPr lang="en-US" smtClean="0"/>
              <a:t>‹#›</a:t>
            </a:fld>
            <a:endParaRPr lang="en-US"/>
          </a:p>
        </p:txBody>
      </p:sp>
    </p:spTree>
    <p:extLst>
      <p:ext uri="{BB962C8B-B14F-4D97-AF65-F5344CB8AC3E}">
        <p14:creationId xmlns:p14="http://schemas.microsoft.com/office/powerpoint/2010/main" val="33379631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904E451-9F91-4674-9DF0-D2EF343102C3}"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A95775-03A3-4514-ABA5-A9E9079A119D}" type="slidenum">
              <a:rPr lang="en-US" smtClean="0"/>
              <a:t>‹#›</a:t>
            </a:fld>
            <a:endParaRPr lang="en-US"/>
          </a:p>
        </p:txBody>
      </p:sp>
    </p:spTree>
    <p:extLst>
      <p:ext uri="{BB962C8B-B14F-4D97-AF65-F5344CB8AC3E}">
        <p14:creationId xmlns:p14="http://schemas.microsoft.com/office/powerpoint/2010/main" val="14738296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04E451-9F91-4674-9DF0-D2EF343102C3}" type="datetimeFigureOut">
              <a:rPr lang="en-US" smtClean="0"/>
              <a:t>1/23/2025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A95775-03A3-4514-ABA5-A9E9079A119D}" type="slidenum">
              <a:rPr lang="en-US" smtClean="0"/>
              <a:t>‹#›</a:t>
            </a:fld>
            <a:endParaRPr lang="en-US"/>
          </a:p>
        </p:txBody>
      </p:sp>
    </p:spTree>
    <p:extLst>
      <p:ext uri="{BB962C8B-B14F-4D97-AF65-F5344CB8AC3E}">
        <p14:creationId xmlns:p14="http://schemas.microsoft.com/office/powerpoint/2010/main" val="2088077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6499" y="4841590"/>
            <a:ext cx="10515600" cy="1325563"/>
          </a:xfrm>
        </p:spPr>
        <p:txBody>
          <a:bodyPr>
            <a:normAutofit fontScale="90000"/>
          </a:bodyPr>
          <a:lstStyle/>
          <a:p>
            <a:r>
              <a:rPr lang="en-US" dirty="0" smtClean="0"/>
              <a:t/>
            </a:r>
            <a:br>
              <a:rPr lang="en-US" dirty="0" smtClean="0"/>
            </a:br>
            <a:r>
              <a:rPr lang="en-US" sz="5400" dirty="0" smtClean="0">
                <a:solidFill>
                  <a:schemeClr val="accent1">
                    <a:lumMod val="75000"/>
                  </a:schemeClr>
                </a:solidFill>
                <a:latin typeface="Book Antiqua" panose="02040602050305030304" pitchFamily="18" charset="0"/>
              </a:rPr>
              <a:t>Frequency as scarce resource</a:t>
            </a:r>
            <a:br>
              <a:rPr lang="en-US" sz="5400" dirty="0" smtClean="0">
                <a:solidFill>
                  <a:schemeClr val="accent1">
                    <a:lumMod val="75000"/>
                  </a:schemeClr>
                </a:solidFill>
                <a:latin typeface="Book Antiqua" panose="02040602050305030304" pitchFamily="18" charset="0"/>
              </a:rPr>
            </a:br>
            <a:endParaRPr lang="en-US" sz="5400" dirty="0">
              <a:solidFill>
                <a:schemeClr val="accent1">
                  <a:lumMod val="75000"/>
                </a:schemeClr>
              </a:solidFill>
              <a:latin typeface="Book Antiqua" panose="02040602050305030304" pitchFamily="18" charset="0"/>
            </a:endParaRPr>
          </a:p>
        </p:txBody>
      </p:sp>
    </p:spTree>
    <p:extLst>
      <p:ext uri="{BB962C8B-B14F-4D97-AF65-F5344CB8AC3E}">
        <p14:creationId xmlns:p14="http://schemas.microsoft.com/office/powerpoint/2010/main" val="122552708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0501" y="365126"/>
            <a:ext cx="10753299" cy="972356"/>
          </a:xfrm>
        </p:spPr>
        <p:txBody>
          <a:bodyPr/>
          <a:lstStyle/>
          <a:p>
            <a:r>
              <a:rPr lang="en-US" dirty="0" smtClean="0"/>
              <a:t>Participants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39089143"/>
              </p:ext>
            </p:extLst>
          </p:nvPr>
        </p:nvGraphicFramePr>
        <p:xfrm>
          <a:off x="477672" y="1692322"/>
          <a:ext cx="10208525" cy="4645465"/>
        </p:xfrm>
        <a:graphic>
          <a:graphicData uri="http://schemas.openxmlformats.org/drawingml/2006/table">
            <a:tbl>
              <a:tblPr firstRow="1" bandRow="1">
                <a:tableStyleId>{5C22544A-7EE6-4342-B048-85BDC9FD1C3A}</a:tableStyleId>
              </a:tblPr>
              <a:tblGrid>
                <a:gridCol w="6208916">
                  <a:extLst>
                    <a:ext uri="{9D8B030D-6E8A-4147-A177-3AD203B41FA5}">
                      <a16:colId xmlns:a16="http://schemas.microsoft.com/office/drawing/2014/main" val="3312908001"/>
                    </a:ext>
                  </a:extLst>
                </a:gridCol>
                <a:gridCol w="3999609">
                  <a:extLst>
                    <a:ext uri="{9D8B030D-6E8A-4147-A177-3AD203B41FA5}">
                      <a16:colId xmlns:a16="http://schemas.microsoft.com/office/drawing/2014/main" val="2678103483"/>
                    </a:ext>
                  </a:extLst>
                </a:gridCol>
              </a:tblGrid>
              <a:tr h="378613">
                <a:tc>
                  <a:txBody>
                    <a:bodyPr/>
                    <a:lstStyle/>
                    <a:p>
                      <a:r>
                        <a:rPr lang="en-US" sz="3200" dirty="0" smtClean="0">
                          <a:solidFill>
                            <a:schemeClr val="bg1"/>
                          </a:solidFill>
                          <a:latin typeface="Book Antiqua" panose="02040602050305030304" pitchFamily="18" charset="0"/>
                        </a:rPr>
                        <a:t>Name</a:t>
                      </a:r>
                      <a:endParaRPr lang="en-US" sz="3200" dirty="0">
                        <a:solidFill>
                          <a:schemeClr val="bg1"/>
                        </a:solidFill>
                        <a:latin typeface="Book Antiqua" panose="02040602050305030304" pitchFamily="18" charset="0"/>
                      </a:endParaRPr>
                    </a:p>
                  </a:txBody>
                  <a:tcPr/>
                </a:tc>
                <a:tc>
                  <a:txBody>
                    <a:bodyPr/>
                    <a:lstStyle/>
                    <a:p>
                      <a:r>
                        <a:rPr lang="en-US" sz="3200" dirty="0" smtClean="0">
                          <a:solidFill>
                            <a:schemeClr val="bg1"/>
                          </a:solidFill>
                          <a:latin typeface="Book Antiqua" panose="02040602050305030304" pitchFamily="18" charset="0"/>
                        </a:rPr>
                        <a:t>Registration</a:t>
                      </a:r>
                      <a:r>
                        <a:rPr lang="en-US" sz="3200" baseline="0" dirty="0" smtClean="0">
                          <a:solidFill>
                            <a:schemeClr val="bg1"/>
                          </a:solidFill>
                          <a:latin typeface="Book Antiqua" panose="02040602050305030304" pitchFamily="18" charset="0"/>
                        </a:rPr>
                        <a:t> No</a:t>
                      </a:r>
                      <a:endParaRPr lang="en-US" sz="3200" dirty="0">
                        <a:solidFill>
                          <a:schemeClr val="bg1"/>
                        </a:solidFill>
                        <a:latin typeface="Book Antiqua" panose="02040602050305030304" pitchFamily="18" charset="0"/>
                      </a:endParaRPr>
                    </a:p>
                  </a:txBody>
                  <a:tcPr/>
                </a:tc>
                <a:extLst>
                  <a:ext uri="{0D108BD9-81ED-4DB2-BD59-A6C34878D82A}">
                    <a16:rowId xmlns:a16="http://schemas.microsoft.com/office/drawing/2014/main" val="298337164"/>
                  </a:ext>
                </a:extLst>
              </a:tr>
              <a:tr h="378613">
                <a:tc>
                  <a:txBody>
                    <a:bodyPr/>
                    <a:lstStyle/>
                    <a:p>
                      <a:r>
                        <a:rPr lang="en-US" sz="3200" dirty="0" err="1" smtClean="0">
                          <a:solidFill>
                            <a:schemeClr val="accent1">
                              <a:lumMod val="50000"/>
                            </a:schemeClr>
                          </a:solidFill>
                          <a:latin typeface="Book Antiqua" panose="02040602050305030304" pitchFamily="18" charset="0"/>
                        </a:rPr>
                        <a:t>Mwanaid</a:t>
                      </a:r>
                      <a:r>
                        <a:rPr lang="en-US" sz="3200" dirty="0" smtClean="0">
                          <a:solidFill>
                            <a:schemeClr val="accent1">
                              <a:lumMod val="50000"/>
                            </a:schemeClr>
                          </a:solidFill>
                          <a:latin typeface="Book Antiqua" panose="02040602050305030304" pitchFamily="18" charset="0"/>
                        </a:rPr>
                        <a:t> R </a:t>
                      </a:r>
                      <a:r>
                        <a:rPr lang="en-US" sz="3200" dirty="0" err="1" smtClean="0">
                          <a:solidFill>
                            <a:schemeClr val="accent1">
                              <a:lumMod val="50000"/>
                            </a:schemeClr>
                          </a:solidFill>
                          <a:latin typeface="Book Antiqua" panose="02040602050305030304" pitchFamily="18" charset="0"/>
                        </a:rPr>
                        <a:t>Naftar</a:t>
                      </a:r>
                      <a:endParaRPr lang="en-US" sz="3200" dirty="0">
                        <a:solidFill>
                          <a:schemeClr val="accent1">
                            <a:lumMod val="50000"/>
                          </a:schemeClr>
                        </a:solidFill>
                        <a:latin typeface="Book Antiqua" panose="02040602050305030304" pitchFamily="18" charset="0"/>
                      </a:endParaRPr>
                    </a:p>
                  </a:txBody>
                  <a:tcPr/>
                </a:tc>
                <a:tc>
                  <a:txBody>
                    <a:bodyPr/>
                    <a:lstStyle/>
                    <a:p>
                      <a:r>
                        <a:rPr lang="en-US" sz="3200" dirty="0" smtClean="0">
                          <a:solidFill>
                            <a:schemeClr val="accent1">
                              <a:lumMod val="50000"/>
                            </a:schemeClr>
                          </a:solidFill>
                          <a:latin typeface="Book Antiqua" panose="02040602050305030304" pitchFamily="18" charset="0"/>
                        </a:rPr>
                        <a:t>21100934340001</a:t>
                      </a:r>
                      <a:endParaRPr lang="en-US" sz="3200" dirty="0">
                        <a:solidFill>
                          <a:schemeClr val="accent1">
                            <a:lumMod val="50000"/>
                          </a:schemeClr>
                        </a:solidFill>
                        <a:latin typeface="Book Antiqua" panose="02040602050305030304" pitchFamily="18" charset="0"/>
                      </a:endParaRPr>
                    </a:p>
                  </a:txBody>
                  <a:tcPr/>
                </a:tc>
                <a:extLst>
                  <a:ext uri="{0D108BD9-81ED-4DB2-BD59-A6C34878D82A}">
                    <a16:rowId xmlns:a16="http://schemas.microsoft.com/office/drawing/2014/main" val="864991337"/>
                  </a:ext>
                </a:extLst>
              </a:tr>
              <a:tr h="697445">
                <a:tc>
                  <a:txBody>
                    <a:bodyPr/>
                    <a:lstStyle/>
                    <a:p>
                      <a:r>
                        <a:rPr lang="en-US" sz="3200" dirty="0" smtClean="0">
                          <a:solidFill>
                            <a:schemeClr val="accent1">
                              <a:lumMod val="50000"/>
                            </a:schemeClr>
                          </a:solidFill>
                          <a:latin typeface="Book Antiqua" panose="02040602050305030304" pitchFamily="18" charset="0"/>
                        </a:rPr>
                        <a:t>Abas J</a:t>
                      </a:r>
                      <a:r>
                        <a:rPr lang="en-US" sz="3200" baseline="0" dirty="0" smtClean="0">
                          <a:solidFill>
                            <a:schemeClr val="accent1">
                              <a:lumMod val="50000"/>
                            </a:schemeClr>
                          </a:solidFill>
                          <a:latin typeface="Book Antiqua" panose="02040602050305030304" pitchFamily="18" charset="0"/>
                        </a:rPr>
                        <a:t> </a:t>
                      </a:r>
                      <a:r>
                        <a:rPr lang="en-US" sz="3200" baseline="0" dirty="0" err="1" smtClean="0">
                          <a:solidFill>
                            <a:schemeClr val="accent1">
                              <a:lumMod val="50000"/>
                            </a:schemeClr>
                          </a:solidFill>
                          <a:latin typeface="Book Antiqua" panose="02040602050305030304" pitchFamily="18" charset="0"/>
                        </a:rPr>
                        <a:t>Kazen</a:t>
                      </a:r>
                      <a:endParaRPr lang="en-US" sz="3200" dirty="0">
                        <a:solidFill>
                          <a:schemeClr val="accent1">
                            <a:lumMod val="50000"/>
                          </a:schemeClr>
                        </a:solidFill>
                        <a:latin typeface="Book Antiqua" panose="0204060205030503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smtClean="0">
                          <a:solidFill>
                            <a:schemeClr val="accent1">
                              <a:lumMod val="50000"/>
                            </a:schemeClr>
                          </a:solidFill>
                          <a:latin typeface="Book Antiqua" panose="02040602050305030304" pitchFamily="18" charset="0"/>
                        </a:rPr>
                        <a:t>21100934340031</a:t>
                      </a:r>
                    </a:p>
                  </a:txBody>
                  <a:tcPr/>
                </a:tc>
                <a:extLst>
                  <a:ext uri="{0D108BD9-81ED-4DB2-BD59-A6C34878D82A}">
                    <a16:rowId xmlns:a16="http://schemas.microsoft.com/office/drawing/2014/main" val="1594232256"/>
                  </a:ext>
                </a:extLst>
              </a:tr>
              <a:tr h="697445">
                <a:tc>
                  <a:txBody>
                    <a:bodyPr/>
                    <a:lstStyle/>
                    <a:p>
                      <a:r>
                        <a:rPr lang="en-US" sz="3200" dirty="0" smtClean="0">
                          <a:solidFill>
                            <a:schemeClr val="accent1">
                              <a:lumMod val="50000"/>
                            </a:schemeClr>
                          </a:solidFill>
                          <a:latin typeface="Book Antiqua" panose="02040602050305030304" pitchFamily="18" charset="0"/>
                        </a:rPr>
                        <a:t>Daniel N</a:t>
                      </a:r>
                      <a:r>
                        <a:rPr lang="en-US" sz="3200" baseline="0" dirty="0" smtClean="0">
                          <a:solidFill>
                            <a:schemeClr val="accent1">
                              <a:lumMod val="50000"/>
                            </a:schemeClr>
                          </a:solidFill>
                          <a:latin typeface="Book Antiqua" panose="02040602050305030304" pitchFamily="18" charset="0"/>
                        </a:rPr>
                        <a:t> </a:t>
                      </a:r>
                      <a:r>
                        <a:rPr lang="en-US" sz="3200" baseline="0" dirty="0" err="1" smtClean="0">
                          <a:solidFill>
                            <a:schemeClr val="accent1">
                              <a:lumMod val="50000"/>
                            </a:schemeClr>
                          </a:solidFill>
                          <a:latin typeface="Book Antiqua" panose="02040602050305030304" pitchFamily="18" charset="0"/>
                        </a:rPr>
                        <a:t>Njile</a:t>
                      </a:r>
                      <a:endParaRPr lang="en-US" sz="3200" dirty="0">
                        <a:solidFill>
                          <a:schemeClr val="accent1">
                            <a:lumMod val="50000"/>
                          </a:schemeClr>
                        </a:solidFill>
                        <a:latin typeface="Book Antiqua" panose="0204060205030503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smtClean="0">
                          <a:solidFill>
                            <a:schemeClr val="accent1">
                              <a:lumMod val="50000"/>
                            </a:schemeClr>
                          </a:solidFill>
                          <a:latin typeface="Book Antiqua" panose="02040602050305030304" pitchFamily="18" charset="0"/>
                        </a:rPr>
                        <a:t>21100934340007</a:t>
                      </a:r>
                    </a:p>
                  </a:txBody>
                  <a:tcPr/>
                </a:tc>
                <a:extLst>
                  <a:ext uri="{0D108BD9-81ED-4DB2-BD59-A6C34878D82A}">
                    <a16:rowId xmlns:a16="http://schemas.microsoft.com/office/drawing/2014/main" val="3944849313"/>
                  </a:ext>
                </a:extLst>
              </a:tr>
              <a:tr h="697445">
                <a:tc>
                  <a:txBody>
                    <a:bodyPr/>
                    <a:lstStyle/>
                    <a:p>
                      <a:r>
                        <a:rPr lang="en-US" sz="3200" dirty="0" err="1" smtClean="0">
                          <a:solidFill>
                            <a:schemeClr val="accent1">
                              <a:lumMod val="50000"/>
                            </a:schemeClr>
                          </a:solidFill>
                          <a:latin typeface="Book Antiqua" panose="02040602050305030304" pitchFamily="18" charset="0"/>
                        </a:rPr>
                        <a:t>Kulwa</a:t>
                      </a:r>
                      <a:r>
                        <a:rPr lang="en-US" sz="3200" dirty="0" smtClean="0">
                          <a:solidFill>
                            <a:schemeClr val="accent1">
                              <a:lumMod val="50000"/>
                            </a:schemeClr>
                          </a:solidFill>
                          <a:latin typeface="Book Antiqua" panose="02040602050305030304" pitchFamily="18" charset="0"/>
                        </a:rPr>
                        <a:t> M </a:t>
                      </a:r>
                      <a:r>
                        <a:rPr lang="en-US" sz="3200" dirty="0" err="1" smtClean="0">
                          <a:solidFill>
                            <a:schemeClr val="accent1">
                              <a:lumMod val="50000"/>
                            </a:schemeClr>
                          </a:solidFill>
                          <a:latin typeface="Book Antiqua" panose="02040602050305030304" pitchFamily="18" charset="0"/>
                        </a:rPr>
                        <a:t>Kululumila</a:t>
                      </a:r>
                      <a:endParaRPr lang="en-US" sz="3200" dirty="0">
                        <a:solidFill>
                          <a:schemeClr val="accent1">
                            <a:lumMod val="50000"/>
                          </a:schemeClr>
                        </a:solidFill>
                        <a:latin typeface="Book Antiqua" panose="0204060205030503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smtClean="0">
                          <a:solidFill>
                            <a:schemeClr val="accent1">
                              <a:lumMod val="50000"/>
                            </a:schemeClr>
                          </a:solidFill>
                          <a:latin typeface="Book Antiqua" panose="02040602050305030304" pitchFamily="18" charset="0"/>
                        </a:rPr>
                        <a:t>21100934340025</a:t>
                      </a:r>
                    </a:p>
                  </a:txBody>
                  <a:tcPr/>
                </a:tc>
                <a:extLst>
                  <a:ext uri="{0D108BD9-81ED-4DB2-BD59-A6C34878D82A}">
                    <a16:rowId xmlns:a16="http://schemas.microsoft.com/office/drawing/2014/main" val="1025376996"/>
                  </a:ext>
                </a:extLst>
              </a:tr>
              <a:tr h="697445">
                <a:tc>
                  <a:txBody>
                    <a:bodyPr/>
                    <a:lstStyle/>
                    <a:p>
                      <a:r>
                        <a:rPr lang="en-US" sz="3200" dirty="0" err="1" smtClean="0">
                          <a:solidFill>
                            <a:schemeClr val="accent1">
                              <a:lumMod val="50000"/>
                            </a:schemeClr>
                          </a:solidFill>
                          <a:latin typeface="Book Antiqua" panose="02040602050305030304" pitchFamily="18" charset="0"/>
                        </a:rPr>
                        <a:t>Majaliwa</a:t>
                      </a:r>
                      <a:r>
                        <a:rPr lang="en-US" sz="3200" dirty="0" smtClean="0">
                          <a:solidFill>
                            <a:schemeClr val="accent1">
                              <a:lumMod val="50000"/>
                            </a:schemeClr>
                          </a:solidFill>
                          <a:latin typeface="Book Antiqua" panose="02040602050305030304" pitchFamily="18" charset="0"/>
                        </a:rPr>
                        <a:t> Joseph</a:t>
                      </a:r>
                      <a:endParaRPr lang="en-US" sz="3200" dirty="0">
                        <a:solidFill>
                          <a:schemeClr val="accent1">
                            <a:lumMod val="50000"/>
                          </a:schemeClr>
                        </a:solidFill>
                        <a:latin typeface="Book Antiqua" panose="0204060205030503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smtClean="0">
                          <a:solidFill>
                            <a:schemeClr val="accent1">
                              <a:lumMod val="50000"/>
                            </a:schemeClr>
                          </a:solidFill>
                          <a:latin typeface="Book Antiqua" panose="02040602050305030304" pitchFamily="18" charset="0"/>
                        </a:rPr>
                        <a:t>21100934340006</a:t>
                      </a:r>
                    </a:p>
                  </a:txBody>
                  <a:tcPr/>
                </a:tc>
                <a:extLst>
                  <a:ext uri="{0D108BD9-81ED-4DB2-BD59-A6C34878D82A}">
                    <a16:rowId xmlns:a16="http://schemas.microsoft.com/office/drawing/2014/main" val="3408616956"/>
                  </a:ext>
                </a:extLst>
              </a:tr>
              <a:tr h="697445">
                <a:tc>
                  <a:txBody>
                    <a:bodyPr/>
                    <a:lstStyle/>
                    <a:p>
                      <a:r>
                        <a:rPr lang="en-US" sz="3200" dirty="0" err="1" smtClean="0">
                          <a:solidFill>
                            <a:schemeClr val="accent1">
                              <a:lumMod val="50000"/>
                            </a:schemeClr>
                          </a:solidFill>
                          <a:latin typeface="Book Antiqua" panose="02040602050305030304" pitchFamily="18" charset="0"/>
                        </a:rPr>
                        <a:t>Projestus</a:t>
                      </a:r>
                      <a:r>
                        <a:rPr lang="en-US" sz="3200" dirty="0" smtClean="0">
                          <a:solidFill>
                            <a:schemeClr val="accent1">
                              <a:lumMod val="50000"/>
                            </a:schemeClr>
                          </a:solidFill>
                          <a:latin typeface="Book Antiqua" panose="02040602050305030304" pitchFamily="18" charset="0"/>
                        </a:rPr>
                        <a:t> </a:t>
                      </a:r>
                      <a:r>
                        <a:rPr lang="en-US" sz="3200" baseline="0" dirty="0" smtClean="0">
                          <a:solidFill>
                            <a:schemeClr val="accent1">
                              <a:lumMod val="50000"/>
                            </a:schemeClr>
                          </a:solidFill>
                          <a:latin typeface="Book Antiqua" panose="02040602050305030304" pitchFamily="18" charset="0"/>
                        </a:rPr>
                        <a:t> K </a:t>
                      </a:r>
                      <a:r>
                        <a:rPr lang="en-US" sz="3200" baseline="0" dirty="0" err="1" smtClean="0">
                          <a:solidFill>
                            <a:schemeClr val="accent1">
                              <a:lumMod val="50000"/>
                            </a:schemeClr>
                          </a:solidFill>
                          <a:latin typeface="Book Antiqua" panose="02040602050305030304" pitchFamily="18" charset="0"/>
                        </a:rPr>
                        <a:t>Protas</a:t>
                      </a:r>
                      <a:endParaRPr lang="en-US" sz="3200" dirty="0">
                        <a:solidFill>
                          <a:schemeClr val="accent1">
                            <a:lumMod val="50000"/>
                          </a:schemeClr>
                        </a:solidFill>
                        <a:latin typeface="Book Antiqua" panose="0204060205030503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dirty="0" smtClean="0">
                          <a:solidFill>
                            <a:schemeClr val="accent1">
                              <a:lumMod val="50000"/>
                            </a:schemeClr>
                          </a:solidFill>
                          <a:latin typeface="Book Antiqua" panose="02040602050305030304" pitchFamily="18" charset="0"/>
                        </a:rPr>
                        <a:t>21100934340029</a:t>
                      </a:r>
                    </a:p>
                  </a:txBody>
                  <a:tcPr/>
                </a:tc>
                <a:extLst>
                  <a:ext uri="{0D108BD9-81ED-4DB2-BD59-A6C34878D82A}">
                    <a16:rowId xmlns:a16="http://schemas.microsoft.com/office/drawing/2014/main" val="4049164406"/>
                  </a:ext>
                </a:extLst>
              </a:tr>
            </a:tbl>
          </a:graphicData>
        </a:graphic>
      </p:graphicFrame>
    </p:spTree>
    <p:extLst>
      <p:ext uri="{BB962C8B-B14F-4D97-AF65-F5344CB8AC3E}">
        <p14:creationId xmlns:p14="http://schemas.microsoft.com/office/powerpoint/2010/main" val="26501792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0501" y="365126"/>
            <a:ext cx="10753299" cy="972356"/>
          </a:xfrm>
        </p:spPr>
        <p:txBody>
          <a:bodyPr/>
          <a:lstStyle/>
          <a:p>
            <a:r>
              <a:rPr lang="en-US" dirty="0" smtClean="0"/>
              <a:t>Contents</a:t>
            </a:r>
            <a:endParaRPr lang="en-US" dirty="0"/>
          </a:p>
        </p:txBody>
      </p:sp>
      <p:sp>
        <p:nvSpPr>
          <p:cNvPr id="3" name="Content Placeholder 2"/>
          <p:cNvSpPr>
            <a:spLocks noGrp="1"/>
          </p:cNvSpPr>
          <p:nvPr>
            <p:ph idx="1"/>
          </p:nvPr>
        </p:nvSpPr>
        <p:spPr>
          <a:xfrm>
            <a:off x="491319" y="1337482"/>
            <a:ext cx="10862481" cy="4839481"/>
          </a:xfrm>
        </p:spPr>
        <p:txBody>
          <a:bodyPr>
            <a:normAutofit/>
          </a:bodyPr>
          <a:lstStyle/>
          <a:p>
            <a:pPr>
              <a:lnSpc>
                <a:spcPct val="150000"/>
              </a:lnSpc>
              <a:buFont typeface="Wingdings" panose="05000000000000000000" pitchFamily="2" charset="2"/>
              <a:buChar char="q"/>
            </a:pPr>
            <a:r>
              <a:rPr lang="en-US" sz="3600" dirty="0" smtClean="0"/>
              <a:t>Introduction</a:t>
            </a:r>
          </a:p>
          <a:p>
            <a:pPr>
              <a:lnSpc>
                <a:spcPct val="150000"/>
              </a:lnSpc>
              <a:buFont typeface="Wingdings" panose="05000000000000000000" pitchFamily="2" charset="2"/>
              <a:buChar char="q"/>
            </a:pPr>
            <a:r>
              <a:rPr lang="en-US" sz="3600" dirty="0" smtClean="0"/>
              <a:t>Radio Spectrum </a:t>
            </a:r>
          </a:p>
          <a:p>
            <a:pPr>
              <a:lnSpc>
                <a:spcPct val="150000"/>
              </a:lnSpc>
              <a:buFont typeface="Wingdings" panose="05000000000000000000" pitchFamily="2" charset="2"/>
              <a:buChar char="q"/>
            </a:pPr>
            <a:r>
              <a:rPr lang="en-US" sz="3600" dirty="0" smtClean="0"/>
              <a:t>Spectrum Administration</a:t>
            </a:r>
          </a:p>
          <a:p>
            <a:pPr>
              <a:lnSpc>
                <a:spcPct val="150000"/>
              </a:lnSpc>
              <a:buFont typeface="Wingdings" panose="05000000000000000000" pitchFamily="2" charset="2"/>
              <a:buChar char="q"/>
            </a:pPr>
            <a:r>
              <a:rPr lang="en-US" sz="3600" dirty="0" smtClean="0"/>
              <a:t>National  Spectrum  Administration</a:t>
            </a:r>
          </a:p>
          <a:p>
            <a:pPr>
              <a:lnSpc>
                <a:spcPct val="150000"/>
              </a:lnSpc>
              <a:buFont typeface="Wingdings" panose="05000000000000000000" pitchFamily="2" charset="2"/>
              <a:buChar char="q"/>
            </a:pPr>
            <a:r>
              <a:rPr lang="en-US" sz="3600" dirty="0" smtClean="0"/>
              <a:t>Conclusion</a:t>
            </a:r>
            <a:endParaRPr lang="en-US" sz="3600" dirty="0"/>
          </a:p>
        </p:txBody>
      </p:sp>
    </p:spTree>
    <p:extLst>
      <p:ext uri="{BB962C8B-B14F-4D97-AF65-F5344CB8AC3E}">
        <p14:creationId xmlns:p14="http://schemas.microsoft.com/office/powerpoint/2010/main" val="18378839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a:t>
            </a:r>
            <a:r>
              <a:rPr lang="en-US" dirty="0" smtClean="0"/>
              <a:t>ntroduction</a:t>
            </a:r>
            <a:endParaRPr lang="en-US" dirty="0"/>
          </a:p>
        </p:txBody>
      </p:sp>
      <p:sp>
        <p:nvSpPr>
          <p:cNvPr id="3" name="Content Placeholder 2"/>
          <p:cNvSpPr>
            <a:spLocks noGrp="1"/>
          </p:cNvSpPr>
          <p:nvPr>
            <p:ph idx="1"/>
          </p:nvPr>
        </p:nvSpPr>
        <p:spPr>
          <a:xfrm>
            <a:off x="838199" y="1825625"/>
            <a:ext cx="10871579" cy="4351338"/>
          </a:xfrm>
        </p:spPr>
        <p:txBody>
          <a:bodyPr>
            <a:normAutofit fontScale="92500" lnSpcReduction="10000"/>
          </a:bodyPr>
          <a:lstStyle/>
          <a:p>
            <a:pPr>
              <a:buFont typeface="Wingdings" panose="05000000000000000000" pitchFamily="2" charset="2"/>
              <a:buChar char="q"/>
            </a:pPr>
            <a:r>
              <a:rPr lang="en-US" dirty="0" smtClean="0"/>
              <a:t>What is frequency ?</a:t>
            </a:r>
            <a:endParaRPr lang="en-US" dirty="0"/>
          </a:p>
          <a:p>
            <a:pPr marL="0" indent="0">
              <a:buNone/>
            </a:pPr>
            <a:r>
              <a:rPr lang="en-US" dirty="0" smtClean="0">
                <a:solidFill>
                  <a:srgbClr val="FF0000"/>
                </a:solidFill>
              </a:rPr>
              <a:t>Frequency</a:t>
            </a:r>
            <a:r>
              <a:rPr lang="en-US" dirty="0" smtClean="0"/>
              <a:t> </a:t>
            </a:r>
            <a:r>
              <a:rPr lang="en-US" dirty="0"/>
              <a:t>refers to the number of oscillations or cycles per second of a wave, measured in Hertz (Hz</a:t>
            </a:r>
            <a:r>
              <a:rPr lang="en-US" dirty="0" smtClean="0"/>
              <a:t>).</a:t>
            </a:r>
          </a:p>
          <a:p>
            <a:pPr marL="0" indent="0">
              <a:buNone/>
            </a:pPr>
            <a:r>
              <a:rPr lang="en-US" dirty="0" smtClean="0"/>
              <a:t> </a:t>
            </a:r>
            <a:r>
              <a:rPr lang="en-US" dirty="0"/>
              <a:t>In telecommunications, it pertains to the </a:t>
            </a:r>
            <a:r>
              <a:rPr lang="en-US" dirty="0" smtClean="0"/>
              <a:t>specific wavelengths </a:t>
            </a:r>
            <a:r>
              <a:rPr lang="en-US" dirty="0"/>
              <a:t>used to transmit data wirelessly</a:t>
            </a:r>
            <a:r>
              <a:rPr lang="en-US" dirty="0" smtClean="0"/>
              <a:t>.</a:t>
            </a:r>
          </a:p>
          <a:p>
            <a:pPr>
              <a:buFont typeface="Wingdings" panose="05000000000000000000" pitchFamily="2" charset="2"/>
              <a:buChar char="q"/>
            </a:pPr>
            <a:r>
              <a:rPr lang="en-US" dirty="0"/>
              <a:t>Importance in </a:t>
            </a:r>
            <a:r>
              <a:rPr lang="en-US" dirty="0" smtClean="0"/>
              <a:t>Telecommunications</a:t>
            </a:r>
            <a:r>
              <a:rPr lang="en-US" dirty="0"/>
              <a:t>.</a:t>
            </a:r>
            <a:endParaRPr lang="en-US" dirty="0" smtClean="0"/>
          </a:p>
          <a:p>
            <a:pPr marL="0" indent="0">
              <a:buNone/>
            </a:pPr>
            <a:r>
              <a:rPr lang="en-US" dirty="0" smtClean="0"/>
              <a:t>Frequencies </a:t>
            </a:r>
            <a:r>
              <a:rPr lang="en-US" dirty="0"/>
              <a:t>are the backbone of wireless communication, enabling services like radio, television, mobile phones, and Wi-Fi.</a:t>
            </a:r>
          </a:p>
          <a:p>
            <a:pPr marL="0" indent="0">
              <a:buNone/>
            </a:pPr>
            <a:endParaRPr lang="en-US" dirty="0"/>
          </a:p>
        </p:txBody>
      </p:sp>
    </p:spTree>
    <p:extLst>
      <p:ext uri="{BB962C8B-B14F-4D97-AF65-F5344CB8AC3E}">
        <p14:creationId xmlns:p14="http://schemas.microsoft.com/office/powerpoint/2010/main" val="10758387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4255" y="346652"/>
            <a:ext cx="10679545" cy="863311"/>
          </a:xfrm>
        </p:spPr>
        <p:txBody>
          <a:bodyPr/>
          <a:lstStyle/>
          <a:p>
            <a:r>
              <a:rPr lang="en-US" dirty="0"/>
              <a:t>I</a:t>
            </a:r>
            <a:r>
              <a:rPr lang="en-US" dirty="0" smtClean="0"/>
              <a:t>ntroduction</a:t>
            </a:r>
            <a:endParaRPr lang="en-US" dirty="0"/>
          </a:p>
        </p:txBody>
      </p:sp>
      <p:sp>
        <p:nvSpPr>
          <p:cNvPr id="3" name="Content Placeholder 2"/>
          <p:cNvSpPr>
            <a:spLocks noGrp="1"/>
          </p:cNvSpPr>
          <p:nvPr>
            <p:ph idx="1"/>
          </p:nvPr>
        </p:nvSpPr>
        <p:spPr>
          <a:xfrm>
            <a:off x="489527" y="1376218"/>
            <a:ext cx="11480800" cy="5200073"/>
          </a:xfrm>
        </p:spPr>
        <p:txBody>
          <a:bodyPr>
            <a:normAutofit fontScale="92500"/>
          </a:bodyPr>
          <a:lstStyle/>
          <a:p>
            <a:pPr>
              <a:lnSpc>
                <a:spcPct val="110000"/>
              </a:lnSpc>
              <a:buFont typeface="Wingdings" panose="05000000000000000000" pitchFamily="2" charset="2"/>
              <a:buChar char="q"/>
            </a:pPr>
            <a:r>
              <a:rPr lang="en-US" dirty="0" smtClean="0"/>
              <a:t>Why considered as scarce resource ?</a:t>
            </a:r>
          </a:p>
          <a:p>
            <a:pPr marL="0" indent="0">
              <a:lnSpc>
                <a:spcPct val="110000"/>
              </a:lnSpc>
              <a:buNone/>
            </a:pPr>
            <a:r>
              <a:rPr lang="en-US" dirty="0" smtClean="0"/>
              <a:t>This is because only portion of electromagnetic spectrum frequencies suitable </a:t>
            </a:r>
            <a:r>
              <a:rPr lang="en-US" dirty="0"/>
              <a:t>for communication (3 kHz to 300 GHz</a:t>
            </a:r>
            <a:r>
              <a:rPr lang="en-US" dirty="0" smtClean="0"/>
              <a:t>) is </a:t>
            </a:r>
            <a:r>
              <a:rPr lang="en-US" dirty="0" smtClean="0">
                <a:solidFill>
                  <a:srgbClr val="FF0000"/>
                </a:solidFill>
              </a:rPr>
              <a:t>limited resource</a:t>
            </a:r>
            <a:r>
              <a:rPr lang="en-US" dirty="0" smtClean="0"/>
              <a:t>, </a:t>
            </a:r>
            <a:r>
              <a:rPr lang="en-US" dirty="0"/>
              <a:t>leading to challenges in accommodating the growing number of wireless devices and </a:t>
            </a:r>
            <a:r>
              <a:rPr lang="en-US" dirty="0" smtClean="0"/>
              <a:t>services.</a:t>
            </a:r>
            <a:endParaRPr lang="en-US" dirty="0"/>
          </a:p>
          <a:p>
            <a:pPr>
              <a:lnSpc>
                <a:spcPct val="110000"/>
              </a:lnSpc>
              <a:buFont typeface="Wingdings" panose="05000000000000000000" pitchFamily="2" charset="2"/>
              <a:buChar char="q"/>
            </a:pPr>
            <a:r>
              <a:rPr lang="en-US" dirty="0" smtClean="0"/>
              <a:t>Additionally the increase of demands like, Mobile networks(4G or 5G), </a:t>
            </a:r>
            <a:r>
              <a:rPr lang="en-US" dirty="0" err="1" smtClean="0"/>
              <a:t>IoT</a:t>
            </a:r>
            <a:r>
              <a:rPr lang="en-US" dirty="0" smtClean="0"/>
              <a:t>, Broadcasting services</a:t>
            </a:r>
          </a:p>
          <a:p>
            <a:pPr>
              <a:lnSpc>
                <a:spcPct val="110000"/>
              </a:lnSpc>
              <a:buFont typeface="Wingdings" panose="05000000000000000000" pitchFamily="2" charset="2"/>
              <a:buChar char="q"/>
            </a:pPr>
            <a:r>
              <a:rPr lang="en-US" dirty="0" smtClean="0">
                <a:solidFill>
                  <a:srgbClr val="FF0000"/>
                </a:solidFill>
              </a:rPr>
              <a:t>Our Role</a:t>
            </a:r>
            <a:r>
              <a:rPr lang="en-US" dirty="0" smtClean="0"/>
              <a:t> is to allocate unique frequency to each device since Overlapping </a:t>
            </a:r>
            <a:r>
              <a:rPr lang="en-US" dirty="0"/>
              <a:t>frequencies can cause signal </a:t>
            </a:r>
            <a:r>
              <a:rPr lang="en-US" dirty="0" smtClean="0"/>
              <a:t>quality </a:t>
            </a:r>
            <a:r>
              <a:rPr lang="en-US" dirty="0" err="1" smtClean="0"/>
              <a:t>degradation.s</a:t>
            </a:r>
            <a:endParaRPr lang="en-US" dirty="0">
              <a:solidFill>
                <a:srgbClr val="FF0000"/>
              </a:solidFill>
            </a:endParaRPr>
          </a:p>
        </p:txBody>
      </p:sp>
    </p:spTree>
    <p:extLst>
      <p:ext uri="{BB962C8B-B14F-4D97-AF65-F5344CB8AC3E}">
        <p14:creationId xmlns:p14="http://schemas.microsoft.com/office/powerpoint/2010/main" val="206383642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4255" y="346652"/>
            <a:ext cx="10679545" cy="863311"/>
          </a:xfrm>
        </p:spPr>
        <p:txBody>
          <a:bodyPr/>
          <a:lstStyle/>
          <a:p>
            <a:r>
              <a:rPr lang="en-US" dirty="0" smtClean="0"/>
              <a:t>Radio Spectrum</a:t>
            </a:r>
            <a:endParaRPr lang="en-US" dirty="0"/>
          </a:p>
        </p:txBody>
      </p:sp>
      <p:sp>
        <p:nvSpPr>
          <p:cNvPr id="3" name="Content Placeholder 2"/>
          <p:cNvSpPr>
            <a:spLocks noGrp="1"/>
          </p:cNvSpPr>
          <p:nvPr>
            <p:ph idx="1"/>
          </p:nvPr>
        </p:nvSpPr>
        <p:spPr>
          <a:xfrm>
            <a:off x="191069" y="1337482"/>
            <a:ext cx="11779258" cy="5238810"/>
          </a:xfrm>
        </p:spPr>
        <p:txBody>
          <a:bodyPr>
            <a:normAutofit/>
          </a:bodyPr>
          <a:lstStyle/>
          <a:p>
            <a:pPr>
              <a:buFont typeface="Wingdings" panose="05000000000000000000" pitchFamily="2" charset="2"/>
              <a:buChar char="q"/>
            </a:pPr>
            <a:r>
              <a:rPr lang="en-US" dirty="0"/>
              <a:t>What is the </a:t>
            </a:r>
            <a:r>
              <a:rPr lang="en-US" dirty="0">
                <a:solidFill>
                  <a:srgbClr val="FF0000"/>
                </a:solidFill>
              </a:rPr>
              <a:t>Radio Spectrum</a:t>
            </a:r>
            <a:r>
              <a:rPr lang="en-US" dirty="0"/>
              <a:t>?</a:t>
            </a:r>
          </a:p>
          <a:p>
            <a:pPr marL="0" indent="0">
              <a:buNone/>
            </a:pPr>
            <a:r>
              <a:rPr lang="en-US" dirty="0" smtClean="0"/>
              <a:t>Radio spectrum  is the range </a:t>
            </a:r>
            <a:r>
              <a:rPr lang="en-US" dirty="0"/>
              <a:t>of electromagnetic frequencies used for </a:t>
            </a:r>
            <a:r>
              <a:rPr lang="en-US" dirty="0" smtClean="0"/>
              <a:t>wireless </a:t>
            </a:r>
            <a:r>
              <a:rPr lang="en-US" dirty="0"/>
              <a:t>communication (3 kHz to 300 GHz</a:t>
            </a:r>
            <a:r>
              <a:rPr lang="en-US" dirty="0" smtClean="0"/>
              <a:t>).</a:t>
            </a:r>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9527" y="3199334"/>
            <a:ext cx="10864273" cy="2857198"/>
          </a:xfrm>
          <a:prstGeom prst="rect">
            <a:avLst/>
          </a:prstGeom>
        </p:spPr>
      </p:pic>
    </p:spTree>
    <p:extLst>
      <p:ext uri="{BB962C8B-B14F-4D97-AF65-F5344CB8AC3E}">
        <p14:creationId xmlns:p14="http://schemas.microsoft.com/office/powerpoint/2010/main" val="385521547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831" y="164123"/>
            <a:ext cx="11134970" cy="820616"/>
          </a:xfrm>
        </p:spPr>
        <p:txBody>
          <a:bodyPr>
            <a:normAutofit fontScale="90000"/>
          </a:bodyPr>
          <a:lstStyle/>
          <a:p>
            <a:r>
              <a:rPr lang="en-US" dirty="0" smtClean="0"/>
              <a:t>Key Spectrum Bands</a:t>
            </a:r>
            <a:endParaRPr lang="en-US" dirty="0"/>
          </a:p>
        </p:txBody>
      </p:sp>
      <p:sp>
        <p:nvSpPr>
          <p:cNvPr id="6" name="Content Placeholder 5"/>
          <p:cNvSpPr>
            <a:spLocks noGrp="1"/>
          </p:cNvSpPr>
          <p:nvPr>
            <p:ph idx="1"/>
          </p:nvPr>
        </p:nvSpPr>
        <p:spPr>
          <a:xfrm>
            <a:off x="218831" y="1047262"/>
            <a:ext cx="11848123" cy="5658338"/>
          </a:xfrm>
        </p:spPr>
        <p:txBody>
          <a:bodyPr/>
          <a:lstStyle/>
          <a:p>
            <a:pPr>
              <a:buFont typeface="Wingdings" panose="05000000000000000000" pitchFamily="2" charset="2"/>
              <a:buChar char="q"/>
            </a:pPr>
            <a:r>
              <a:rPr lang="en-US" dirty="0" smtClean="0"/>
              <a:t>Key bands of radio spectrum refers to the specific range within electromagnetic spectrum used for wireless communications and broadcasting.</a:t>
            </a:r>
            <a:endParaRPr lang="en-US" dirty="0"/>
          </a:p>
          <a:p>
            <a:pPr marL="0" indent="0">
              <a:buNone/>
            </a:pPr>
            <a:endParaRPr lang="en-US"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5029" y="2577737"/>
            <a:ext cx="10223862" cy="4127862"/>
          </a:xfrm>
          <a:prstGeom prst="rect">
            <a:avLst/>
          </a:prstGeom>
        </p:spPr>
      </p:pic>
    </p:spTree>
    <p:extLst>
      <p:ext uri="{BB962C8B-B14F-4D97-AF65-F5344CB8AC3E}">
        <p14:creationId xmlns:p14="http://schemas.microsoft.com/office/powerpoint/2010/main" val="154747353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4255" y="346652"/>
            <a:ext cx="10679545" cy="863311"/>
          </a:xfrm>
        </p:spPr>
        <p:txBody>
          <a:bodyPr/>
          <a:lstStyle/>
          <a:p>
            <a:r>
              <a:rPr lang="en-US" dirty="0"/>
              <a:t>Key Spectrum Bands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771704004"/>
              </p:ext>
            </p:extLst>
          </p:nvPr>
        </p:nvGraphicFramePr>
        <p:xfrm>
          <a:off x="489527" y="1376218"/>
          <a:ext cx="11480800" cy="52000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0139912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4255" y="346652"/>
            <a:ext cx="10679545" cy="863311"/>
          </a:xfrm>
        </p:spPr>
        <p:txBody>
          <a:bodyPr/>
          <a:lstStyle/>
          <a:p>
            <a:r>
              <a:rPr lang="en-US" dirty="0" smtClean="0"/>
              <a:t>Spectrum Administration</a:t>
            </a:r>
            <a:endParaRPr lang="en-US" dirty="0"/>
          </a:p>
        </p:txBody>
      </p:sp>
      <p:sp>
        <p:nvSpPr>
          <p:cNvPr id="3" name="Content Placeholder 2"/>
          <p:cNvSpPr>
            <a:spLocks noGrp="1"/>
          </p:cNvSpPr>
          <p:nvPr>
            <p:ph idx="1"/>
          </p:nvPr>
        </p:nvSpPr>
        <p:spPr>
          <a:xfrm>
            <a:off x="489527" y="1376218"/>
            <a:ext cx="11480800" cy="5200073"/>
          </a:xfrm>
        </p:spPr>
        <p:txBody>
          <a:bodyPr>
            <a:normAutofit/>
          </a:bodyPr>
          <a:lstStyle/>
          <a:p>
            <a:pPr marL="0" indent="0">
              <a:buNone/>
            </a:pPr>
            <a:r>
              <a:rPr lang="en-US" dirty="0"/>
              <a:t>Spectrum Administration</a:t>
            </a:r>
          </a:p>
          <a:p>
            <a:pPr marL="0" indent="0">
              <a:buNone/>
            </a:pPr>
            <a:r>
              <a:rPr lang="en-US" dirty="0" smtClean="0">
                <a:solidFill>
                  <a:srgbClr val="FF0000"/>
                </a:solidFill>
              </a:rPr>
              <a:t>Spectrum </a:t>
            </a:r>
            <a:r>
              <a:rPr lang="en-US" dirty="0">
                <a:solidFill>
                  <a:srgbClr val="FF0000"/>
                </a:solidFill>
              </a:rPr>
              <a:t>administration </a:t>
            </a:r>
            <a:r>
              <a:rPr lang="en-US" dirty="0"/>
              <a:t>involves managing and allocating radio frequencies to ensure efficient and interference-free use.</a:t>
            </a:r>
          </a:p>
          <a:p>
            <a:pPr marL="0" indent="0">
              <a:buNone/>
            </a:pPr>
            <a:r>
              <a:rPr lang="en-US" dirty="0"/>
              <a:t>Global Governance:</a:t>
            </a:r>
          </a:p>
          <a:p>
            <a:pPr marL="0" indent="0">
              <a:buNone/>
            </a:pPr>
            <a:r>
              <a:rPr lang="en-US" dirty="0"/>
              <a:t>International Telecommunication Union (</a:t>
            </a:r>
            <a:r>
              <a:rPr lang="en-US" dirty="0">
                <a:solidFill>
                  <a:srgbClr val="FF0000"/>
                </a:solidFill>
              </a:rPr>
              <a:t>ITU</a:t>
            </a:r>
            <a:r>
              <a:rPr lang="en-US" dirty="0"/>
              <a:t>): Allocates spectrum globally and resolves cross-border interference issues.</a:t>
            </a:r>
          </a:p>
          <a:p>
            <a:pPr marL="0" indent="0">
              <a:buNone/>
            </a:pPr>
            <a:r>
              <a:rPr lang="en-US" dirty="0"/>
              <a:t>World </a:t>
            </a:r>
            <a:r>
              <a:rPr lang="en-US" dirty="0" smtClean="0"/>
              <a:t>Radio communication </a:t>
            </a:r>
            <a:r>
              <a:rPr lang="en-US" dirty="0"/>
              <a:t>Conferences (</a:t>
            </a:r>
            <a:r>
              <a:rPr lang="en-US" dirty="0">
                <a:solidFill>
                  <a:srgbClr val="FF0000"/>
                </a:solidFill>
              </a:rPr>
              <a:t>WRC</a:t>
            </a:r>
            <a:r>
              <a:rPr lang="en-US" dirty="0"/>
              <a:t>): Periodically updates international spectrum usage policies.</a:t>
            </a:r>
          </a:p>
          <a:p>
            <a:pPr marL="0" indent="0">
              <a:buNone/>
            </a:pPr>
            <a:endParaRPr lang="en-US" dirty="0"/>
          </a:p>
        </p:txBody>
      </p:sp>
    </p:spTree>
    <p:extLst>
      <p:ext uri="{BB962C8B-B14F-4D97-AF65-F5344CB8AC3E}">
        <p14:creationId xmlns:p14="http://schemas.microsoft.com/office/powerpoint/2010/main" val="138315653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4255" y="346652"/>
            <a:ext cx="10679545" cy="863311"/>
          </a:xfrm>
        </p:spPr>
        <p:txBody>
          <a:bodyPr/>
          <a:lstStyle/>
          <a:p>
            <a:r>
              <a:rPr lang="en-US" dirty="0" smtClean="0"/>
              <a:t>Spectrum Administration</a:t>
            </a:r>
            <a:endParaRPr lang="en-US" dirty="0"/>
          </a:p>
        </p:txBody>
      </p:sp>
      <p:pic>
        <p:nvPicPr>
          <p:cNvPr id="4" name="Content Placeholder 3"/>
          <p:cNvPicPr>
            <a:picLocks noGrp="1" noChangeAspect="1"/>
          </p:cNvPicPr>
          <p:nvPr>
            <p:ph idx="1"/>
          </p:nvPr>
        </p:nvPicPr>
        <p:blipFill>
          <a:blip r:embed="rId2"/>
          <a:stretch>
            <a:fillRect/>
          </a:stretch>
        </p:blipFill>
        <p:spPr>
          <a:xfrm>
            <a:off x="674256" y="1235747"/>
            <a:ext cx="10995230" cy="5425160"/>
          </a:xfrm>
          <a:prstGeom prst="rect">
            <a:avLst/>
          </a:prstGeom>
        </p:spPr>
      </p:pic>
    </p:spTree>
    <p:extLst>
      <p:ext uri="{BB962C8B-B14F-4D97-AF65-F5344CB8AC3E}">
        <p14:creationId xmlns:p14="http://schemas.microsoft.com/office/powerpoint/2010/main" val="63269051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716" y="136478"/>
            <a:ext cx="11273051" cy="941695"/>
          </a:xfrm>
        </p:spPr>
        <p:txBody>
          <a:bodyPr>
            <a:normAutofit/>
          </a:bodyPr>
          <a:lstStyle/>
          <a:p>
            <a:r>
              <a:rPr lang="en-US" dirty="0" smtClean="0"/>
              <a:t>National spectrum Administration</a:t>
            </a:r>
            <a:endParaRPr lang="en-US" dirty="0"/>
          </a:p>
        </p:txBody>
      </p:sp>
      <p:sp>
        <p:nvSpPr>
          <p:cNvPr id="3" name="Content Placeholder 2"/>
          <p:cNvSpPr>
            <a:spLocks noGrp="1"/>
          </p:cNvSpPr>
          <p:nvPr>
            <p:ph idx="1"/>
          </p:nvPr>
        </p:nvSpPr>
        <p:spPr>
          <a:xfrm>
            <a:off x="204716" y="1078173"/>
            <a:ext cx="11859905" cy="5779827"/>
          </a:xfrm>
        </p:spPr>
        <p:txBody>
          <a:bodyPr>
            <a:noAutofit/>
          </a:bodyPr>
          <a:lstStyle/>
          <a:p>
            <a:pPr marL="0" indent="0">
              <a:buNone/>
            </a:pPr>
            <a:r>
              <a:rPr lang="en-US" dirty="0">
                <a:solidFill>
                  <a:srgbClr val="FF0000"/>
                </a:solidFill>
              </a:rPr>
              <a:t>National spectrum administration </a:t>
            </a:r>
            <a:r>
              <a:rPr lang="en-US" dirty="0"/>
              <a:t>refers to the management and regulation of the radio frequency spectrum by government agencies. </a:t>
            </a:r>
            <a:endParaRPr lang="en-US" dirty="0" smtClean="0"/>
          </a:p>
          <a:p>
            <a:pPr marL="0" indent="0">
              <a:buNone/>
            </a:pPr>
            <a:r>
              <a:rPr lang="en-US" b="1" u="sng" dirty="0">
                <a:solidFill>
                  <a:schemeClr val="accent1">
                    <a:lumMod val="50000"/>
                  </a:schemeClr>
                </a:solidFill>
              </a:rPr>
              <a:t>Key </a:t>
            </a:r>
            <a:r>
              <a:rPr lang="en-US" b="1" u="sng" dirty="0" smtClean="0">
                <a:solidFill>
                  <a:schemeClr val="accent1">
                    <a:lumMod val="50000"/>
                  </a:schemeClr>
                </a:solidFill>
              </a:rPr>
              <a:t>responsibilities </a:t>
            </a:r>
            <a:r>
              <a:rPr lang="en-US" dirty="0" smtClean="0">
                <a:solidFill>
                  <a:schemeClr val="accent1">
                    <a:lumMod val="50000"/>
                  </a:schemeClr>
                </a:solidFill>
              </a:rPr>
              <a:t>:-</a:t>
            </a:r>
            <a:endParaRPr lang="en-US" dirty="0">
              <a:solidFill>
                <a:schemeClr val="accent1">
                  <a:lumMod val="50000"/>
                </a:schemeClr>
              </a:solidFill>
            </a:endParaRPr>
          </a:p>
          <a:p>
            <a:pPr>
              <a:buFont typeface="Wingdings" panose="05000000000000000000" pitchFamily="2" charset="2"/>
              <a:buChar char="q"/>
            </a:pPr>
            <a:r>
              <a:rPr lang="en-US" b="1" dirty="0"/>
              <a:t>Allocation:</a:t>
            </a:r>
            <a:r>
              <a:rPr lang="en-US" dirty="0"/>
              <a:t> Assigning frequency bands to different services and users.</a:t>
            </a:r>
          </a:p>
          <a:p>
            <a:pPr>
              <a:buFont typeface="Wingdings" panose="05000000000000000000" pitchFamily="2" charset="2"/>
              <a:buChar char="q"/>
            </a:pPr>
            <a:r>
              <a:rPr lang="en-US" b="1" dirty="0" smtClean="0"/>
              <a:t>Planning</a:t>
            </a:r>
            <a:r>
              <a:rPr lang="en-US" b="1" dirty="0"/>
              <a:t>:</a:t>
            </a:r>
            <a:r>
              <a:rPr lang="en-US" dirty="0"/>
              <a:t> Developing long-term strategies for spectrum use and accommodating future needs.</a:t>
            </a:r>
          </a:p>
          <a:p>
            <a:pPr>
              <a:buFont typeface="Wingdings" panose="05000000000000000000" pitchFamily="2" charset="2"/>
              <a:buChar char="q"/>
            </a:pPr>
            <a:r>
              <a:rPr lang="en-US" b="1" dirty="0"/>
              <a:t>International Coordination:</a:t>
            </a:r>
            <a:r>
              <a:rPr lang="en-US" dirty="0"/>
              <a:t> Collaborating with other countries and international organizations to </a:t>
            </a:r>
            <a:r>
              <a:rPr lang="en-US" dirty="0" smtClean="0"/>
              <a:t>communicate.</a:t>
            </a:r>
            <a:endParaRPr lang="en-US" dirty="0"/>
          </a:p>
          <a:p>
            <a:pPr marL="0" indent="0">
              <a:buNone/>
            </a:pPr>
            <a:endParaRPr lang="en-US" dirty="0"/>
          </a:p>
        </p:txBody>
      </p:sp>
    </p:spTree>
    <p:extLst>
      <p:ext uri="{BB962C8B-B14F-4D97-AF65-F5344CB8AC3E}">
        <p14:creationId xmlns:p14="http://schemas.microsoft.com/office/powerpoint/2010/main" val="71919986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716" y="136478"/>
            <a:ext cx="11273051" cy="941695"/>
          </a:xfrm>
        </p:spPr>
        <p:txBody>
          <a:bodyPr>
            <a:normAutofit/>
          </a:bodyPr>
          <a:lstStyle/>
          <a:p>
            <a:r>
              <a:rPr lang="en-US" dirty="0" smtClean="0"/>
              <a:t>National spectrum Administration</a:t>
            </a:r>
            <a:endParaRPr lang="en-US" dirty="0"/>
          </a:p>
        </p:txBody>
      </p:sp>
      <p:sp>
        <p:nvSpPr>
          <p:cNvPr id="3" name="Content Placeholder 2"/>
          <p:cNvSpPr>
            <a:spLocks noGrp="1"/>
          </p:cNvSpPr>
          <p:nvPr>
            <p:ph idx="1"/>
          </p:nvPr>
        </p:nvSpPr>
        <p:spPr>
          <a:xfrm>
            <a:off x="204716" y="1078173"/>
            <a:ext cx="11846257" cy="5568287"/>
          </a:xfrm>
        </p:spPr>
        <p:txBody>
          <a:bodyPr>
            <a:noAutofit/>
          </a:bodyPr>
          <a:lstStyle/>
          <a:p>
            <a:pPr marL="0" indent="0">
              <a:buNone/>
            </a:pPr>
            <a:r>
              <a:rPr lang="en-US" dirty="0" smtClean="0"/>
              <a:t>In </a:t>
            </a:r>
            <a:r>
              <a:rPr lang="en-US" dirty="0"/>
              <a:t>Tanzania, the </a:t>
            </a:r>
            <a:r>
              <a:rPr lang="en-US" b="1" dirty="0"/>
              <a:t>Tanzania Communications Regulatory Authority (</a:t>
            </a:r>
            <a:r>
              <a:rPr lang="en-US" b="1" dirty="0">
                <a:solidFill>
                  <a:srgbClr val="FF0000"/>
                </a:solidFill>
              </a:rPr>
              <a:t>TCRA</a:t>
            </a:r>
            <a:r>
              <a:rPr lang="en-US" b="1" dirty="0"/>
              <a:t>)</a:t>
            </a:r>
            <a:r>
              <a:rPr lang="en-US" dirty="0"/>
              <a:t> is responsible for the national spectrum </a:t>
            </a:r>
            <a:r>
              <a:rPr lang="en-US" dirty="0" smtClean="0"/>
              <a:t>administration</a:t>
            </a:r>
            <a:r>
              <a:rPr lang="en-US" dirty="0"/>
              <a:t>. </a:t>
            </a:r>
            <a:r>
              <a:rPr lang="en-US" dirty="0" smtClean="0"/>
              <a:t>The </a:t>
            </a:r>
            <a:r>
              <a:rPr lang="en-US" dirty="0"/>
              <a:t>TCRA manages and regulates the radio frequency spectrum to ensure efficient and interference-free use for various </a:t>
            </a:r>
            <a:r>
              <a:rPr lang="en-US" dirty="0" smtClean="0"/>
              <a:t>communication services.</a:t>
            </a:r>
          </a:p>
          <a:p>
            <a:pPr>
              <a:buFont typeface="Wingdings" panose="05000000000000000000" pitchFamily="2" charset="2"/>
              <a:buChar char="ü"/>
            </a:pPr>
            <a:r>
              <a:rPr lang="en-US" dirty="0" smtClean="0">
                <a:solidFill>
                  <a:srgbClr val="FF0000"/>
                </a:solidFill>
              </a:rPr>
              <a:t>Key Responsibilities</a:t>
            </a:r>
          </a:p>
          <a:p>
            <a:pPr>
              <a:buFont typeface="Wingdings" panose="05000000000000000000" pitchFamily="2" charset="2"/>
              <a:buChar char="q"/>
            </a:pPr>
            <a:r>
              <a:rPr lang="en-US" dirty="0">
                <a:solidFill>
                  <a:schemeClr val="accent1">
                    <a:lumMod val="50000"/>
                  </a:schemeClr>
                </a:solidFill>
              </a:rPr>
              <a:t>Allocation of frequency to specific services</a:t>
            </a:r>
          </a:p>
          <a:p>
            <a:pPr>
              <a:buFont typeface="Wingdings" panose="05000000000000000000" pitchFamily="2" charset="2"/>
              <a:buChar char="q"/>
            </a:pPr>
            <a:r>
              <a:rPr lang="en-US" dirty="0">
                <a:solidFill>
                  <a:schemeClr val="accent1">
                    <a:lumMod val="50000"/>
                  </a:schemeClr>
                </a:solidFill>
              </a:rPr>
              <a:t>Assignment, TCRA licenses individual with allocated bands</a:t>
            </a:r>
          </a:p>
          <a:p>
            <a:pPr>
              <a:buFont typeface="Wingdings" panose="05000000000000000000" pitchFamily="2" charset="2"/>
              <a:buChar char="q"/>
            </a:pPr>
            <a:r>
              <a:rPr lang="en-US" dirty="0">
                <a:solidFill>
                  <a:schemeClr val="accent1">
                    <a:lumMod val="50000"/>
                  </a:schemeClr>
                </a:solidFill>
              </a:rPr>
              <a:t>Planning </a:t>
            </a:r>
            <a:r>
              <a:rPr lang="en-US" dirty="0" smtClean="0">
                <a:solidFill>
                  <a:schemeClr val="accent1">
                    <a:lumMod val="50000"/>
                  </a:schemeClr>
                </a:solidFill>
              </a:rPr>
              <a:t>and Monitoring frequency</a:t>
            </a:r>
            <a:endParaRPr lang="en-US" dirty="0">
              <a:solidFill>
                <a:schemeClr val="accent1">
                  <a:lumMod val="50000"/>
                </a:schemeClr>
              </a:solidFill>
            </a:endParaRPr>
          </a:p>
        </p:txBody>
      </p:sp>
    </p:spTree>
    <p:extLst>
      <p:ext uri="{BB962C8B-B14F-4D97-AF65-F5344CB8AC3E}">
        <p14:creationId xmlns:p14="http://schemas.microsoft.com/office/powerpoint/2010/main" val="116532169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716" y="136478"/>
            <a:ext cx="11273051" cy="941695"/>
          </a:xfrm>
        </p:spPr>
        <p:txBody>
          <a:bodyPr>
            <a:normAutofit fontScale="90000"/>
          </a:bodyPr>
          <a:lstStyle/>
          <a:p>
            <a:r>
              <a:rPr lang="en-US" dirty="0" smtClean="0"/>
              <a:t>National </a:t>
            </a:r>
            <a:r>
              <a:rPr lang="en-US" dirty="0" smtClean="0"/>
              <a:t>Frequency Allocation Table</a:t>
            </a:r>
            <a:endParaRPr lang="en-US" dirty="0"/>
          </a:p>
        </p:txBody>
      </p:sp>
      <p:sp>
        <p:nvSpPr>
          <p:cNvPr id="3" name="Content Placeholder 2"/>
          <p:cNvSpPr>
            <a:spLocks noGrp="1"/>
          </p:cNvSpPr>
          <p:nvPr>
            <p:ph idx="1"/>
          </p:nvPr>
        </p:nvSpPr>
        <p:spPr>
          <a:xfrm>
            <a:off x="204716" y="1078173"/>
            <a:ext cx="11846257" cy="5568287"/>
          </a:xfrm>
        </p:spPr>
        <p:txBody>
          <a:bodyPr>
            <a:noAutofit/>
          </a:bodyPr>
          <a:lstStyle/>
          <a:p>
            <a:pPr>
              <a:buFont typeface="Wingdings" panose="05000000000000000000" pitchFamily="2" charset="2"/>
              <a:buChar char="q"/>
            </a:pPr>
            <a:r>
              <a:rPr lang="en-US" dirty="0"/>
              <a:t>The National Frequency Allocation Table (NFAT) specifies </a:t>
            </a:r>
            <a:r>
              <a:rPr lang="en-US" dirty="0">
                <a:solidFill>
                  <a:srgbClr val="FF0000"/>
                </a:solidFill>
              </a:rPr>
              <a:t>purposes for which various frequency bands may be used in the United Republic of Tanzania.</a:t>
            </a:r>
            <a:r>
              <a:rPr lang="en-US" dirty="0"/>
              <a:t> The Table, however, does not present any right for a frequency band use (or a specific frequency). </a:t>
            </a:r>
            <a:endParaRPr lang="en-US" dirty="0" smtClean="0"/>
          </a:p>
          <a:p>
            <a:pPr>
              <a:buFont typeface="Wingdings" panose="05000000000000000000" pitchFamily="2" charset="2"/>
              <a:buChar char="q"/>
            </a:pPr>
            <a:r>
              <a:rPr lang="en-US" dirty="0" smtClean="0"/>
              <a:t>The </a:t>
            </a:r>
            <a:r>
              <a:rPr lang="en-US" dirty="0"/>
              <a:t>use of radio frequency in the United Republic of Tanzania requires </a:t>
            </a:r>
            <a:r>
              <a:rPr lang="en-US" dirty="0">
                <a:solidFill>
                  <a:srgbClr val="FF0000"/>
                </a:solidFill>
              </a:rPr>
              <a:t>Authorization from Tanzania Communication Regulatory Authority </a:t>
            </a:r>
            <a:r>
              <a:rPr lang="en-US" dirty="0"/>
              <a:t>which has been mandated to manage spectrum resource under TCRA Act, 2003 and Electronic and Postal Communications Act, 2010. </a:t>
            </a:r>
            <a:endParaRPr lang="en-US" dirty="0"/>
          </a:p>
        </p:txBody>
      </p:sp>
    </p:spTree>
    <p:extLst>
      <p:ext uri="{BB962C8B-B14F-4D97-AF65-F5344CB8AC3E}">
        <p14:creationId xmlns:p14="http://schemas.microsoft.com/office/powerpoint/2010/main" val="45929169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716" y="136478"/>
            <a:ext cx="11273051" cy="941695"/>
          </a:xfrm>
        </p:spPr>
        <p:txBody>
          <a:bodyPr>
            <a:normAutofit fontScale="90000"/>
          </a:bodyPr>
          <a:lstStyle/>
          <a:p>
            <a:r>
              <a:rPr lang="en-US" dirty="0" smtClean="0"/>
              <a:t>National </a:t>
            </a:r>
            <a:r>
              <a:rPr lang="en-US" dirty="0" smtClean="0"/>
              <a:t>Frequency Allocation Table</a:t>
            </a:r>
            <a:endParaRPr lang="en-US" dirty="0"/>
          </a:p>
        </p:txBody>
      </p:sp>
      <p:sp>
        <p:nvSpPr>
          <p:cNvPr id="3" name="Content Placeholder 2"/>
          <p:cNvSpPr>
            <a:spLocks noGrp="1"/>
          </p:cNvSpPr>
          <p:nvPr>
            <p:ph idx="1"/>
          </p:nvPr>
        </p:nvSpPr>
        <p:spPr>
          <a:xfrm>
            <a:off x="204716" y="1078173"/>
            <a:ext cx="11846257" cy="5568287"/>
          </a:xfrm>
        </p:spPr>
        <p:txBody>
          <a:bodyPr>
            <a:noAutofit/>
          </a:bodyPr>
          <a:lstStyle/>
          <a:p>
            <a:pPr>
              <a:buFont typeface="Wingdings" panose="05000000000000000000" pitchFamily="2" charset="2"/>
              <a:buChar char="ü"/>
            </a:pPr>
            <a:r>
              <a:rPr lang="en-US" dirty="0"/>
              <a:t>The National Frequency Allocation Table has been developed in conformity with the International Telecommunications Union (ITU) Radio Regulations, 2020 governing radio spectrum and regional agreements concluded or acceded to TCRA, considering the existing and future requirements of the radio frequencies in the United Republic of Tanzania</a:t>
            </a:r>
            <a:r>
              <a:rPr lang="en-US" dirty="0" smtClean="0"/>
              <a:t>.</a:t>
            </a:r>
          </a:p>
          <a:p>
            <a:pPr>
              <a:buFont typeface="Wingdings" panose="05000000000000000000" pitchFamily="2" charset="2"/>
              <a:buChar char="ü"/>
            </a:pPr>
            <a:r>
              <a:rPr lang="en-US" dirty="0" smtClean="0">
                <a:solidFill>
                  <a:srgbClr val="FF0000"/>
                </a:solidFill>
              </a:rPr>
              <a:t>Consider Example…</a:t>
            </a:r>
            <a:endParaRPr lang="en-US" dirty="0">
              <a:solidFill>
                <a:srgbClr val="FF0000"/>
              </a:solidFill>
            </a:endParaRPr>
          </a:p>
        </p:txBody>
      </p:sp>
    </p:spTree>
    <p:extLst>
      <p:ext uri="{BB962C8B-B14F-4D97-AF65-F5344CB8AC3E}">
        <p14:creationId xmlns:p14="http://schemas.microsoft.com/office/powerpoint/2010/main" val="392340590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4716" y="136478"/>
            <a:ext cx="11273051" cy="941695"/>
          </a:xfrm>
        </p:spPr>
        <p:txBody>
          <a:bodyPr>
            <a:normAutofit fontScale="90000"/>
          </a:bodyPr>
          <a:lstStyle/>
          <a:p>
            <a:r>
              <a:rPr lang="en-US" dirty="0" smtClean="0"/>
              <a:t>National </a:t>
            </a:r>
            <a:r>
              <a:rPr lang="en-US" dirty="0" smtClean="0"/>
              <a:t>Frequency Allocation Table</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7017" y="1019221"/>
            <a:ext cx="11163398" cy="5642836"/>
          </a:xfrm>
        </p:spPr>
      </p:pic>
    </p:spTree>
    <p:extLst>
      <p:ext uri="{BB962C8B-B14F-4D97-AF65-F5344CB8AC3E}">
        <p14:creationId xmlns:p14="http://schemas.microsoft.com/office/powerpoint/2010/main" val="55001367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4255" y="346652"/>
            <a:ext cx="10679545" cy="863311"/>
          </a:xfrm>
        </p:spPr>
        <p:txBody>
          <a:bodyPr>
            <a:normAutofit/>
          </a:bodyPr>
          <a:lstStyle/>
          <a:p>
            <a:r>
              <a:rPr lang="en-US" dirty="0" smtClean="0"/>
              <a:t>Conclusion</a:t>
            </a:r>
            <a:endParaRPr lang="en-US" dirty="0"/>
          </a:p>
        </p:txBody>
      </p:sp>
      <p:sp>
        <p:nvSpPr>
          <p:cNvPr id="3" name="Content Placeholder 2"/>
          <p:cNvSpPr>
            <a:spLocks noGrp="1"/>
          </p:cNvSpPr>
          <p:nvPr>
            <p:ph idx="1"/>
          </p:nvPr>
        </p:nvSpPr>
        <p:spPr>
          <a:xfrm>
            <a:off x="489527" y="1376218"/>
            <a:ext cx="11480800" cy="5200073"/>
          </a:xfrm>
        </p:spPr>
        <p:txBody>
          <a:bodyPr>
            <a:normAutofit/>
          </a:bodyPr>
          <a:lstStyle/>
          <a:p>
            <a:pPr marL="0" indent="0">
              <a:buNone/>
            </a:pPr>
            <a:r>
              <a:rPr lang="en-US" dirty="0" smtClean="0">
                <a:solidFill>
                  <a:srgbClr val="FF0000"/>
                </a:solidFill>
              </a:rPr>
              <a:t>Conclusively Frequency </a:t>
            </a:r>
            <a:r>
              <a:rPr lang="en-US" dirty="0" smtClean="0"/>
              <a:t>is  </a:t>
            </a:r>
            <a:r>
              <a:rPr lang="en-US" dirty="0"/>
              <a:t>a critical and limited resource that </a:t>
            </a:r>
            <a:r>
              <a:rPr lang="en-US" dirty="0">
                <a:solidFill>
                  <a:schemeClr val="tx2">
                    <a:lumMod val="75000"/>
                  </a:schemeClr>
                </a:solidFill>
              </a:rPr>
              <a:t>fuels the digital </a:t>
            </a:r>
            <a:r>
              <a:rPr lang="en-US" dirty="0"/>
              <a:t>world we rely on today. From mobile networks to satellite communications, every innovation depends on how efficiently we manage these frequencies. As demand grows, the challenge of balancing access and avoiding </a:t>
            </a:r>
            <a:r>
              <a:rPr lang="en-US" dirty="0" smtClean="0"/>
              <a:t>interference </a:t>
            </a:r>
            <a:r>
              <a:rPr lang="en-US" dirty="0"/>
              <a:t>becomes more </a:t>
            </a:r>
            <a:r>
              <a:rPr lang="en-US" dirty="0" smtClean="0"/>
              <a:t>complex. So there is a need to be properly allocated and planned.</a:t>
            </a:r>
            <a:endParaRPr lang="en-US" dirty="0"/>
          </a:p>
        </p:txBody>
      </p:sp>
    </p:spTree>
    <p:extLst>
      <p:ext uri="{BB962C8B-B14F-4D97-AF65-F5344CB8AC3E}">
        <p14:creationId xmlns:p14="http://schemas.microsoft.com/office/powerpoint/2010/main" val="350406290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272</TotalTime>
  <Words>714</Words>
  <Application>Microsoft Office PowerPoint</Application>
  <PresentationFormat>Widescreen</PresentationFormat>
  <Paragraphs>74</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Book Antiqua</vt:lpstr>
      <vt:lpstr>Calibri</vt:lpstr>
      <vt:lpstr>Calibri Light</vt:lpstr>
      <vt:lpstr>Wingdings</vt:lpstr>
      <vt:lpstr>Office Theme</vt:lpstr>
      <vt:lpstr> Frequency as scarce resource </vt:lpstr>
      <vt:lpstr>Participants </vt:lpstr>
      <vt:lpstr>Contents</vt:lpstr>
      <vt:lpstr>Introduction</vt:lpstr>
      <vt:lpstr>Introduction</vt:lpstr>
      <vt:lpstr>Radio Spectrum</vt:lpstr>
      <vt:lpstr>Key Spectrum Bands</vt:lpstr>
      <vt:lpstr>Key Spectrum Bands</vt:lpstr>
      <vt:lpstr>Spectrum Administration</vt:lpstr>
      <vt:lpstr>Spectrum Administration</vt:lpstr>
      <vt:lpstr>National spectrum Administration</vt:lpstr>
      <vt:lpstr>National spectrum Administration</vt:lpstr>
      <vt:lpstr>National Frequency Allocation Table</vt:lpstr>
      <vt:lpstr>National Frequency Allocation Table</vt:lpstr>
      <vt:lpstr>National Frequency Allocation Table</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MEMBER COMPUTER TECH</cp:lastModifiedBy>
  <cp:revision>30</cp:revision>
  <dcterms:created xsi:type="dcterms:W3CDTF">2025-01-16T05:59:07Z</dcterms:created>
  <dcterms:modified xsi:type="dcterms:W3CDTF">2025-01-24T02:10:51Z</dcterms:modified>
</cp:coreProperties>
</file>